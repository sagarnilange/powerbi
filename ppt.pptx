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5" r:id="rId1"/>
  </p:sldMasterIdLst>
  <p:notesMasterIdLst>
    <p:notesMasterId r:id="rId31"/>
  </p:notesMasterIdLst>
  <p:sldIdLst>
    <p:sldId id="256" r:id="rId2"/>
    <p:sldId id="280" r:id="rId3"/>
    <p:sldId id="257" r:id="rId4"/>
    <p:sldId id="258" r:id="rId5"/>
    <p:sldId id="259" r:id="rId6"/>
    <p:sldId id="263" r:id="rId7"/>
    <p:sldId id="264" r:id="rId8"/>
    <p:sldId id="265" r:id="rId9"/>
    <p:sldId id="266" r:id="rId10"/>
    <p:sldId id="267" r:id="rId11"/>
    <p:sldId id="268" r:id="rId12"/>
    <p:sldId id="261" r:id="rId13"/>
    <p:sldId id="270" r:id="rId14"/>
    <p:sldId id="271" r:id="rId15"/>
    <p:sldId id="272" r:id="rId16"/>
    <p:sldId id="274" r:id="rId17"/>
    <p:sldId id="273" r:id="rId18"/>
    <p:sldId id="275" r:id="rId19"/>
    <p:sldId id="279" r:id="rId20"/>
    <p:sldId id="282" r:id="rId21"/>
    <p:sldId id="283" r:id="rId22"/>
    <p:sldId id="284" r:id="rId23"/>
    <p:sldId id="285" r:id="rId24"/>
    <p:sldId id="286" r:id="rId25"/>
    <p:sldId id="276" r:id="rId26"/>
    <p:sldId id="277" r:id="rId27"/>
    <p:sldId id="278" r:id="rId28"/>
    <p:sldId id="269" r:id="rId29"/>
    <p:sldId id="281"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75E455-C7D1-4956-9223-EB0143A6927B}" v="115" dt="2026-02-08T05:49:39.0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gar nilange" userId="da37a159ddc0adc7" providerId="LiveId" clId="{5BEDFFCE-3AE6-4355-81DB-6B8AAB6579AE}"/>
    <pc:docChg chg="undo custSel addSld delSld modSld sldOrd">
      <pc:chgData name="sagar nilange" userId="da37a159ddc0adc7" providerId="LiveId" clId="{5BEDFFCE-3AE6-4355-81DB-6B8AAB6579AE}" dt="2026-02-08T05:53:38.210" v="3973" actId="2711"/>
      <pc:docMkLst>
        <pc:docMk/>
      </pc:docMkLst>
      <pc:sldChg chg="addSp delSp modSp mod">
        <pc:chgData name="sagar nilange" userId="da37a159ddc0adc7" providerId="LiveId" clId="{5BEDFFCE-3AE6-4355-81DB-6B8AAB6579AE}" dt="2026-01-31T06:35:51.992" v="988" actId="14100"/>
        <pc:sldMkLst>
          <pc:docMk/>
          <pc:sldMk cId="844923326" sldId="256"/>
        </pc:sldMkLst>
        <pc:spChg chg="mod">
          <ac:chgData name="sagar nilange" userId="da37a159ddc0adc7" providerId="LiveId" clId="{5BEDFFCE-3AE6-4355-81DB-6B8AAB6579AE}" dt="2026-01-31T06:19:52.703" v="808" actId="1076"/>
          <ac:spMkLst>
            <pc:docMk/>
            <pc:sldMk cId="844923326" sldId="256"/>
            <ac:spMk id="2" creationId="{73F237E5-E757-B4F9-70B5-183CA9BB8888}"/>
          </ac:spMkLst>
        </pc:spChg>
        <pc:spChg chg="mod">
          <ac:chgData name="sagar nilange" userId="da37a159ddc0adc7" providerId="LiveId" clId="{5BEDFFCE-3AE6-4355-81DB-6B8AAB6579AE}" dt="2026-01-31T06:19:55.806" v="809" actId="14100"/>
          <ac:spMkLst>
            <pc:docMk/>
            <pc:sldMk cId="844923326" sldId="256"/>
            <ac:spMk id="3" creationId="{E8DB7F95-5B5C-A141-6254-E5F52CEF0C2F}"/>
          </ac:spMkLst>
        </pc:spChg>
        <pc:spChg chg="add mod">
          <ac:chgData name="sagar nilange" userId="da37a159ddc0adc7" providerId="LiveId" clId="{5BEDFFCE-3AE6-4355-81DB-6B8AAB6579AE}" dt="2026-01-31T06:31:33.358" v="976" actId="113"/>
          <ac:spMkLst>
            <pc:docMk/>
            <pc:sldMk cId="844923326" sldId="256"/>
            <ac:spMk id="12" creationId="{E10B720B-1E2C-E93D-5D1D-014C26EDAFF0}"/>
          </ac:spMkLst>
        </pc:spChg>
        <pc:spChg chg="add mod">
          <ac:chgData name="sagar nilange" userId="da37a159ddc0adc7" providerId="LiveId" clId="{5BEDFFCE-3AE6-4355-81DB-6B8AAB6579AE}" dt="2026-01-31T06:34:28.286" v="986" actId="1076"/>
          <ac:spMkLst>
            <pc:docMk/>
            <pc:sldMk cId="844923326" sldId="256"/>
            <ac:spMk id="13" creationId="{1FEAF902-055F-F125-42B2-6C7BC7A5DCB7}"/>
          </ac:spMkLst>
        </pc:spChg>
        <pc:spChg chg="add mod">
          <ac:chgData name="sagar nilange" userId="da37a159ddc0adc7" providerId="LiveId" clId="{5BEDFFCE-3AE6-4355-81DB-6B8AAB6579AE}" dt="2026-01-31T06:28:14.047" v="967" actId="207"/>
          <ac:spMkLst>
            <pc:docMk/>
            <pc:sldMk cId="844923326" sldId="256"/>
            <ac:spMk id="15" creationId="{C53B26D0-8BCA-1119-024A-681B29CAB159}"/>
          </ac:spMkLst>
        </pc:spChg>
        <pc:spChg chg="add mod">
          <ac:chgData name="sagar nilange" userId="da37a159ddc0adc7" providerId="LiveId" clId="{5BEDFFCE-3AE6-4355-81DB-6B8AAB6579AE}" dt="2026-01-31T06:35:51.992" v="988" actId="14100"/>
          <ac:spMkLst>
            <pc:docMk/>
            <pc:sldMk cId="844923326" sldId="256"/>
            <ac:spMk id="16" creationId="{77139311-B9A6-B254-DCCB-DC0DA1CF424C}"/>
          </ac:spMkLst>
        </pc:spChg>
        <pc:picChg chg="add mod">
          <ac:chgData name="sagar nilange" userId="da37a159ddc0adc7" providerId="LiveId" clId="{5BEDFFCE-3AE6-4355-81DB-6B8AAB6579AE}" dt="2026-01-31T06:30:26.956" v="971"/>
          <ac:picMkLst>
            <pc:docMk/>
            <pc:sldMk cId="844923326" sldId="256"/>
            <ac:picMk id="11" creationId="{C4D60FAB-32C8-9760-9F8D-B6B668FC0C44}"/>
          </ac:picMkLst>
        </pc:picChg>
      </pc:sldChg>
      <pc:sldChg chg="modSp mod">
        <pc:chgData name="sagar nilange" userId="da37a159ddc0adc7" providerId="LiveId" clId="{5BEDFFCE-3AE6-4355-81DB-6B8AAB6579AE}" dt="2026-02-01T06:22:50.846" v="1736" actId="2711"/>
        <pc:sldMkLst>
          <pc:docMk/>
          <pc:sldMk cId="4208473467" sldId="257"/>
        </pc:sldMkLst>
        <pc:spChg chg="mod">
          <ac:chgData name="sagar nilange" userId="da37a159ddc0adc7" providerId="LiveId" clId="{5BEDFFCE-3AE6-4355-81DB-6B8AAB6579AE}" dt="2026-01-31T06:36:29.522" v="991" actId="207"/>
          <ac:spMkLst>
            <pc:docMk/>
            <pc:sldMk cId="4208473467" sldId="257"/>
            <ac:spMk id="2" creationId="{25FDA9FF-E0B5-9D1F-C82D-82EE48DB1D4E}"/>
          </ac:spMkLst>
        </pc:spChg>
        <pc:spChg chg="mod">
          <ac:chgData name="sagar nilange" userId="da37a159ddc0adc7" providerId="LiveId" clId="{5BEDFFCE-3AE6-4355-81DB-6B8AAB6579AE}" dt="2026-02-01T06:22:50.846" v="1736" actId="2711"/>
          <ac:spMkLst>
            <pc:docMk/>
            <pc:sldMk cId="4208473467" sldId="257"/>
            <ac:spMk id="3" creationId="{0B25311C-37AA-FA25-947A-6E4FC8306AC5}"/>
          </ac:spMkLst>
        </pc:spChg>
      </pc:sldChg>
      <pc:sldChg chg="modSp mod">
        <pc:chgData name="sagar nilange" userId="da37a159ddc0adc7" providerId="LiveId" clId="{5BEDFFCE-3AE6-4355-81DB-6B8AAB6579AE}" dt="2026-02-01T06:23:09.945" v="1737" actId="2711"/>
        <pc:sldMkLst>
          <pc:docMk/>
          <pc:sldMk cId="3795698419" sldId="258"/>
        </pc:sldMkLst>
        <pc:spChg chg="mod">
          <ac:chgData name="sagar nilange" userId="da37a159ddc0adc7" providerId="LiveId" clId="{5BEDFFCE-3AE6-4355-81DB-6B8AAB6579AE}" dt="2026-01-31T05:05:25.763" v="379" actId="20577"/>
          <ac:spMkLst>
            <pc:docMk/>
            <pc:sldMk cId="3795698419" sldId="258"/>
            <ac:spMk id="2" creationId="{07C07EA2-14C5-A770-6EA4-869F55B24A1F}"/>
          </ac:spMkLst>
        </pc:spChg>
        <pc:spChg chg="mod">
          <ac:chgData name="sagar nilange" userId="da37a159ddc0adc7" providerId="LiveId" clId="{5BEDFFCE-3AE6-4355-81DB-6B8AAB6579AE}" dt="2026-02-01T06:23:09.945" v="1737" actId="2711"/>
          <ac:spMkLst>
            <pc:docMk/>
            <pc:sldMk cId="3795698419" sldId="258"/>
            <ac:spMk id="3" creationId="{4ADACC01-1163-F0DB-3054-7808741FAD33}"/>
          </ac:spMkLst>
        </pc:spChg>
      </pc:sldChg>
      <pc:sldChg chg="modSp mod">
        <pc:chgData name="sagar nilange" userId="da37a159ddc0adc7" providerId="LiveId" clId="{5BEDFFCE-3AE6-4355-81DB-6B8AAB6579AE}" dt="2026-02-01T06:27:10.023" v="1759" actId="14100"/>
        <pc:sldMkLst>
          <pc:docMk/>
          <pc:sldMk cId="2198694361" sldId="259"/>
        </pc:sldMkLst>
        <pc:spChg chg="mod">
          <ac:chgData name="sagar nilange" userId="da37a159ddc0adc7" providerId="LiveId" clId="{5BEDFFCE-3AE6-4355-81DB-6B8AAB6579AE}" dt="2026-02-01T06:27:10.023" v="1759" actId="14100"/>
          <ac:spMkLst>
            <pc:docMk/>
            <pc:sldMk cId="2198694361" sldId="259"/>
            <ac:spMk id="2" creationId="{DC69FB3B-C018-27CD-7192-D7512C190623}"/>
          </ac:spMkLst>
        </pc:spChg>
        <pc:spChg chg="mod">
          <ac:chgData name="sagar nilange" userId="da37a159ddc0adc7" providerId="LiveId" clId="{5BEDFFCE-3AE6-4355-81DB-6B8AAB6579AE}" dt="2026-02-01T06:23:23.294" v="1738" actId="2711"/>
          <ac:spMkLst>
            <pc:docMk/>
            <pc:sldMk cId="2198694361" sldId="259"/>
            <ac:spMk id="3" creationId="{292BE863-774A-BF70-463C-F970D9793382}"/>
          </ac:spMkLst>
        </pc:spChg>
      </pc:sldChg>
      <pc:sldChg chg="addSp delSp modSp mod ord">
        <pc:chgData name="sagar nilange" userId="da37a159ddc0adc7" providerId="LiveId" clId="{5BEDFFCE-3AE6-4355-81DB-6B8AAB6579AE}" dt="2026-02-01T06:38:17.292" v="1852" actId="20577"/>
        <pc:sldMkLst>
          <pc:docMk/>
          <pc:sldMk cId="1425445321" sldId="261"/>
        </pc:sldMkLst>
        <pc:spChg chg="mod">
          <ac:chgData name="sagar nilange" userId="da37a159ddc0adc7" providerId="LiveId" clId="{5BEDFFCE-3AE6-4355-81DB-6B8AAB6579AE}" dt="2026-01-31T07:20:46.534" v="1295" actId="20577"/>
          <ac:spMkLst>
            <pc:docMk/>
            <pc:sldMk cId="1425445321" sldId="261"/>
            <ac:spMk id="2" creationId="{5FE9649A-B76B-9996-A87D-B05292C424FF}"/>
          </ac:spMkLst>
        </pc:spChg>
        <pc:spChg chg="add del mod">
          <ac:chgData name="sagar nilange" userId="da37a159ddc0adc7" providerId="LiveId" clId="{5BEDFFCE-3AE6-4355-81DB-6B8AAB6579AE}" dt="2026-02-01T06:38:17.292" v="1852" actId="20577"/>
          <ac:spMkLst>
            <pc:docMk/>
            <pc:sldMk cId="1425445321" sldId="261"/>
            <ac:spMk id="3" creationId="{6CAAC536-67C7-CEA2-2471-CB9E9BD67830}"/>
          </ac:spMkLst>
        </pc:spChg>
        <pc:spChg chg="add mod">
          <ac:chgData name="sagar nilange" userId="da37a159ddc0adc7" providerId="LiveId" clId="{5BEDFFCE-3AE6-4355-81DB-6B8AAB6579AE}" dt="2026-02-01T06:30:03.564" v="1805" actId="207"/>
          <ac:spMkLst>
            <pc:docMk/>
            <pc:sldMk cId="1425445321" sldId="261"/>
            <ac:spMk id="6" creationId="{7A51F58D-66CC-3484-CBE9-80541417AEC4}"/>
          </ac:spMkLst>
        </pc:spChg>
        <pc:picChg chg="add mod">
          <ac:chgData name="sagar nilange" userId="da37a159ddc0adc7" providerId="LiveId" clId="{5BEDFFCE-3AE6-4355-81DB-6B8AAB6579AE}" dt="2026-02-01T06:36:44.148" v="1844" actId="14100"/>
          <ac:picMkLst>
            <pc:docMk/>
            <pc:sldMk cId="1425445321" sldId="261"/>
            <ac:picMk id="5" creationId="{C05115C9-730E-E123-C9D2-E9DEAE7C3674}"/>
          </ac:picMkLst>
        </pc:picChg>
      </pc:sldChg>
      <pc:sldChg chg="addSp delSp modSp new mod">
        <pc:chgData name="sagar nilange" userId="da37a159ddc0adc7" providerId="LiveId" clId="{5BEDFFCE-3AE6-4355-81DB-6B8AAB6579AE}" dt="2026-02-01T06:27:00.949" v="1758" actId="2711"/>
        <pc:sldMkLst>
          <pc:docMk/>
          <pc:sldMk cId="2347955938" sldId="263"/>
        </pc:sldMkLst>
        <pc:spChg chg="mod">
          <ac:chgData name="sagar nilange" userId="da37a159ddc0adc7" providerId="LiveId" clId="{5BEDFFCE-3AE6-4355-81DB-6B8AAB6579AE}" dt="2026-02-01T06:26:53.899" v="1757" actId="14100"/>
          <ac:spMkLst>
            <pc:docMk/>
            <pc:sldMk cId="2347955938" sldId="263"/>
            <ac:spMk id="2" creationId="{479AA018-3B85-881E-2D7E-8676CE0E22A0}"/>
          </ac:spMkLst>
        </pc:spChg>
        <pc:spChg chg="mod">
          <ac:chgData name="sagar nilange" userId="da37a159ddc0adc7" providerId="LiveId" clId="{5BEDFFCE-3AE6-4355-81DB-6B8AAB6579AE}" dt="2026-02-01T06:23:41.364" v="1739" actId="2711"/>
          <ac:spMkLst>
            <pc:docMk/>
            <pc:sldMk cId="2347955938" sldId="263"/>
            <ac:spMk id="3" creationId="{F85E781D-9DE1-A274-3DD3-EC86C65DCD49}"/>
          </ac:spMkLst>
        </pc:spChg>
        <pc:spChg chg="add mod">
          <ac:chgData name="sagar nilange" userId="da37a159ddc0adc7" providerId="LiveId" clId="{5BEDFFCE-3AE6-4355-81DB-6B8AAB6579AE}" dt="2026-02-01T06:27:00.949" v="1758" actId="2711"/>
          <ac:spMkLst>
            <pc:docMk/>
            <pc:sldMk cId="2347955938" sldId="263"/>
            <ac:spMk id="5" creationId="{1867511F-C034-F96F-E97B-A1AB02A8ECF4}"/>
          </ac:spMkLst>
        </pc:spChg>
      </pc:sldChg>
      <pc:sldChg chg="addSp delSp modSp new mod">
        <pc:chgData name="sagar nilange" userId="da37a159ddc0adc7" providerId="LiveId" clId="{5BEDFFCE-3AE6-4355-81DB-6B8AAB6579AE}" dt="2026-02-01T06:26:39.758" v="1756" actId="14100"/>
        <pc:sldMkLst>
          <pc:docMk/>
          <pc:sldMk cId="1864196958" sldId="264"/>
        </pc:sldMkLst>
        <pc:spChg chg="mod">
          <ac:chgData name="sagar nilange" userId="da37a159ddc0adc7" providerId="LiveId" clId="{5BEDFFCE-3AE6-4355-81DB-6B8AAB6579AE}" dt="2026-02-01T06:26:39.758" v="1756" actId="14100"/>
          <ac:spMkLst>
            <pc:docMk/>
            <pc:sldMk cId="1864196958" sldId="264"/>
            <ac:spMk id="2" creationId="{35EA10CB-AE73-94FB-F541-E9B888828DD8}"/>
          </ac:spMkLst>
        </pc:spChg>
        <pc:spChg chg="mod">
          <ac:chgData name="sagar nilange" userId="da37a159ddc0adc7" providerId="LiveId" clId="{5BEDFFCE-3AE6-4355-81DB-6B8AAB6579AE}" dt="2026-02-01T06:23:53.928" v="1740" actId="2711"/>
          <ac:spMkLst>
            <pc:docMk/>
            <pc:sldMk cId="1864196958" sldId="264"/>
            <ac:spMk id="3" creationId="{C2C68E65-4C96-260A-6349-531488447B75}"/>
          </ac:spMkLst>
        </pc:spChg>
        <pc:spChg chg="add mod">
          <ac:chgData name="sagar nilange" userId="da37a159ddc0adc7" providerId="LiveId" clId="{5BEDFFCE-3AE6-4355-81DB-6B8AAB6579AE}" dt="2026-02-01T06:26:32.571" v="1755" actId="2711"/>
          <ac:spMkLst>
            <pc:docMk/>
            <pc:sldMk cId="1864196958" sldId="264"/>
            <ac:spMk id="5" creationId="{69010E87-44C7-973D-6023-CE4FE5DFFF04}"/>
          </ac:spMkLst>
        </pc:spChg>
      </pc:sldChg>
      <pc:sldChg chg="addSp delSp modSp new mod">
        <pc:chgData name="sagar nilange" userId="da37a159ddc0adc7" providerId="LiveId" clId="{5BEDFFCE-3AE6-4355-81DB-6B8AAB6579AE}" dt="2026-02-01T20:02:48.031" v="2145" actId="20577"/>
        <pc:sldMkLst>
          <pc:docMk/>
          <pc:sldMk cId="1854476939" sldId="265"/>
        </pc:sldMkLst>
        <pc:spChg chg="mod">
          <ac:chgData name="sagar nilange" userId="da37a159ddc0adc7" providerId="LiveId" clId="{5BEDFFCE-3AE6-4355-81DB-6B8AAB6579AE}" dt="2026-02-01T06:26:21.863" v="1754" actId="14100"/>
          <ac:spMkLst>
            <pc:docMk/>
            <pc:sldMk cId="1854476939" sldId="265"/>
            <ac:spMk id="2" creationId="{A156B9FB-B946-F57E-1D74-CD749E5E698C}"/>
          </ac:spMkLst>
        </pc:spChg>
        <pc:spChg chg="mod">
          <ac:chgData name="sagar nilange" userId="da37a159ddc0adc7" providerId="LiveId" clId="{5BEDFFCE-3AE6-4355-81DB-6B8AAB6579AE}" dt="2026-02-01T20:02:48.031" v="2145" actId="20577"/>
          <ac:spMkLst>
            <pc:docMk/>
            <pc:sldMk cId="1854476939" sldId="265"/>
            <ac:spMk id="3" creationId="{BEA52C7F-A963-537E-D9E7-7516720CD24B}"/>
          </ac:spMkLst>
        </pc:spChg>
        <pc:spChg chg="add mod">
          <ac:chgData name="sagar nilange" userId="da37a159ddc0adc7" providerId="LiveId" clId="{5BEDFFCE-3AE6-4355-81DB-6B8AAB6579AE}" dt="2026-02-01T06:26:14.651" v="1753" actId="2711"/>
          <ac:spMkLst>
            <pc:docMk/>
            <pc:sldMk cId="1854476939" sldId="265"/>
            <ac:spMk id="5" creationId="{6BCEAD1C-B655-27DC-F8F1-057817DB4B46}"/>
          </ac:spMkLst>
        </pc:spChg>
      </pc:sldChg>
      <pc:sldChg chg="modSp new mod">
        <pc:chgData name="sagar nilange" userId="da37a159ddc0adc7" providerId="LiveId" clId="{5BEDFFCE-3AE6-4355-81DB-6B8AAB6579AE}" dt="2026-02-01T06:24:18.020" v="1742" actId="2711"/>
        <pc:sldMkLst>
          <pc:docMk/>
          <pc:sldMk cId="2374577403" sldId="266"/>
        </pc:sldMkLst>
        <pc:spChg chg="mod">
          <ac:chgData name="sagar nilange" userId="da37a159ddc0adc7" providerId="LiveId" clId="{5BEDFFCE-3AE6-4355-81DB-6B8AAB6579AE}" dt="2026-01-31T07:05:49.587" v="1273" actId="1076"/>
          <ac:spMkLst>
            <pc:docMk/>
            <pc:sldMk cId="2374577403" sldId="266"/>
            <ac:spMk id="2" creationId="{60DFC693-976E-993F-87C0-35AF5ABEF879}"/>
          </ac:spMkLst>
        </pc:spChg>
        <pc:spChg chg="mod">
          <ac:chgData name="sagar nilange" userId="da37a159ddc0adc7" providerId="LiveId" clId="{5BEDFFCE-3AE6-4355-81DB-6B8AAB6579AE}" dt="2026-02-01T06:24:18.020" v="1742" actId="2711"/>
          <ac:spMkLst>
            <pc:docMk/>
            <pc:sldMk cId="2374577403" sldId="266"/>
            <ac:spMk id="3" creationId="{E4AC15BF-FD85-F188-C857-FF860C4C383B}"/>
          </ac:spMkLst>
        </pc:spChg>
      </pc:sldChg>
      <pc:sldChg chg="modSp new mod">
        <pc:chgData name="sagar nilange" userId="da37a159ddc0adc7" providerId="LiveId" clId="{5BEDFFCE-3AE6-4355-81DB-6B8AAB6579AE}" dt="2026-02-01T06:25:55.888" v="1752" actId="1076"/>
        <pc:sldMkLst>
          <pc:docMk/>
          <pc:sldMk cId="3728069575" sldId="267"/>
        </pc:sldMkLst>
        <pc:spChg chg="mod">
          <ac:chgData name="sagar nilange" userId="da37a159ddc0adc7" providerId="LiveId" clId="{5BEDFFCE-3AE6-4355-81DB-6B8AAB6579AE}" dt="2026-02-01T06:25:55.888" v="1752" actId="1076"/>
          <ac:spMkLst>
            <pc:docMk/>
            <pc:sldMk cId="3728069575" sldId="267"/>
            <ac:spMk id="2" creationId="{293C668A-7869-A91B-F5DA-31339F40B616}"/>
          </ac:spMkLst>
        </pc:spChg>
        <pc:spChg chg="mod">
          <ac:chgData name="sagar nilange" userId="da37a159ddc0adc7" providerId="LiveId" clId="{5BEDFFCE-3AE6-4355-81DB-6B8AAB6579AE}" dt="2026-02-01T06:25:51.147" v="1751" actId="1076"/>
          <ac:spMkLst>
            <pc:docMk/>
            <pc:sldMk cId="3728069575" sldId="267"/>
            <ac:spMk id="3" creationId="{708AE822-1DF3-5808-62A8-5EEEA657CC76}"/>
          </ac:spMkLst>
        </pc:spChg>
      </pc:sldChg>
      <pc:sldChg chg="modSp new mod">
        <pc:chgData name="sagar nilange" userId="da37a159ddc0adc7" providerId="LiveId" clId="{5BEDFFCE-3AE6-4355-81DB-6B8AAB6579AE}" dt="2026-02-01T06:25:15.874" v="1748" actId="14100"/>
        <pc:sldMkLst>
          <pc:docMk/>
          <pc:sldMk cId="4137865251" sldId="268"/>
        </pc:sldMkLst>
        <pc:spChg chg="mod">
          <ac:chgData name="sagar nilange" userId="da37a159ddc0adc7" providerId="LiveId" clId="{5BEDFFCE-3AE6-4355-81DB-6B8AAB6579AE}" dt="2026-02-01T06:25:15.874" v="1748" actId="14100"/>
          <ac:spMkLst>
            <pc:docMk/>
            <pc:sldMk cId="4137865251" sldId="268"/>
            <ac:spMk id="2" creationId="{53647921-D307-D258-550E-6A40D6761E5C}"/>
          </ac:spMkLst>
        </pc:spChg>
        <pc:spChg chg="mod">
          <ac:chgData name="sagar nilange" userId="da37a159ddc0adc7" providerId="LiveId" clId="{5BEDFFCE-3AE6-4355-81DB-6B8AAB6579AE}" dt="2026-02-01T06:25:09.856" v="1747" actId="1076"/>
          <ac:spMkLst>
            <pc:docMk/>
            <pc:sldMk cId="4137865251" sldId="268"/>
            <ac:spMk id="3" creationId="{78F77E9D-8238-6BE3-F9EC-41121CA029BD}"/>
          </ac:spMkLst>
        </pc:spChg>
      </pc:sldChg>
      <pc:sldChg chg="modSp new mod">
        <pc:chgData name="sagar nilange" userId="da37a159ddc0adc7" providerId="LiveId" clId="{5BEDFFCE-3AE6-4355-81DB-6B8AAB6579AE}" dt="2026-02-01T06:35:36.066" v="1839" actId="2711"/>
        <pc:sldMkLst>
          <pc:docMk/>
          <pc:sldMk cId="1188798700" sldId="269"/>
        </pc:sldMkLst>
        <pc:spChg chg="mod">
          <ac:chgData name="sagar nilange" userId="da37a159ddc0adc7" providerId="LiveId" clId="{5BEDFFCE-3AE6-4355-81DB-6B8AAB6579AE}" dt="2026-01-31T21:09:57.743" v="1490" actId="1076"/>
          <ac:spMkLst>
            <pc:docMk/>
            <pc:sldMk cId="1188798700" sldId="269"/>
            <ac:spMk id="2" creationId="{AAED52AF-F61E-24C1-16D3-A15B5423D6C5}"/>
          </ac:spMkLst>
        </pc:spChg>
        <pc:spChg chg="mod">
          <ac:chgData name="sagar nilange" userId="da37a159ddc0adc7" providerId="LiveId" clId="{5BEDFFCE-3AE6-4355-81DB-6B8AAB6579AE}" dt="2026-02-01T06:35:36.066" v="1839" actId="2711"/>
          <ac:spMkLst>
            <pc:docMk/>
            <pc:sldMk cId="1188798700" sldId="269"/>
            <ac:spMk id="3" creationId="{DEB1A1B2-5B05-11CE-F41E-15147F603B8C}"/>
          </ac:spMkLst>
        </pc:spChg>
      </pc:sldChg>
      <pc:sldChg chg="addSp modSp new mod">
        <pc:chgData name="sagar nilange" userId="da37a159ddc0adc7" providerId="LiveId" clId="{5BEDFFCE-3AE6-4355-81DB-6B8AAB6579AE}" dt="2026-02-04T05:47:26.439" v="2694" actId="1076"/>
        <pc:sldMkLst>
          <pc:docMk/>
          <pc:sldMk cId="2822499471" sldId="270"/>
        </pc:sldMkLst>
        <pc:spChg chg="mod">
          <ac:chgData name="sagar nilange" userId="da37a159ddc0adc7" providerId="LiveId" clId="{5BEDFFCE-3AE6-4355-81DB-6B8AAB6579AE}" dt="2026-02-01T07:29:39.764" v="2087" actId="255"/>
          <ac:spMkLst>
            <pc:docMk/>
            <pc:sldMk cId="2822499471" sldId="270"/>
            <ac:spMk id="2" creationId="{5D6D02D5-0CAA-59C5-CC34-AB1CEE84B0EE}"/>
          </ac:spMkLst>
        </pc:spChg>
        <pc:spChg chg="mod">
          <ac:chgData name="sagar nilange" userId="da37a159ddc0adc7" providerId="LiveId" clId="{5BEDFFCE-3AE6-4355-81DB-6B8AAB6579AE}" dt="2026-02-04T05:47:26.439" v="2694" actId="1076"/>
          <ac:spMkLst>
            <pc:docMk/>
            <pc:sldMk cId="2822499471" sldId="270"/>
            <ac:spMk id="3" creationId="{2C924149-C1C2-1F42-6351-0FF54CE88BDD}"/>
          </ac:spMkLst>
        </pc:spChg>
        <pc:picChg chg="add mod">
          <ac:chgData name="sagar nilange" userId="da37a159ddc0adc7" providerId="LiveId" clId="{5BEDFFCE-3AE6-4355-81DB-6B8AAB6579AE}" dt="2026-02-01T07:27:25.300" v="2047" actId="14100"/>
          <ac:picMkLst>
            <pc:docMk/>
            <pc:sldMk cId="2822499471" sldId="270"/>
            <ac:picMk id="5" creationId="{A12F3C09-60B7-A09C-72FF-A78F39FC51D3}"/>
          </ac:picMkLst>
        </pc:picChg>
      </pc:sldChg>
      <pc:sldChg chg="addSp modSp new mod">
        <pc:chgData name="sagar nilange" userId="da37a159ddc0adc7" providerId="LiveId" clId="{5BEDFFCE-3AE6-4355-81DB-6B8AAB6579AE}" dt="2026-02-04T17:27:30.565" v="3396" actId="1036"/>
        <pc:sldMkLst>
          <pc:docMk/>
          <pc:sldMk cId="635541671" sldId="271"/>
        </pc:sldMkLst>
        <pc:spChg chg="mod">
          <ac:chgData name="sagar nilange" userId="da37a159ddc0adc7" providerId="LiveId" clId="{5BEDFFCE-3AE6-4355-81DB-6B8AAB6579AE}" dt="2026-02-01T08:05:55.795" v="2132" actId="207"/>
          <ac:spMkLst>
            <pc:docMk/>
            <pc:sldMk cId="635541671" sldId="271"/>
            <ac:spMk id="2" creationId="{9611C16C-C14D-88B5-80F8-31D766E9498A}"/>
          </ac:spMkLst>
        </pc:spChg>
        <pc:spChg chg="mod">
          <ac:chgData name="sagar nilange" userId="da37a159ddc0adc7" providerId="LiveId" clId="{5BEDFFCE-3AE6-4355-81DB-6B8AAB6579AE}" dt="2026-02-01T20:03:46.580" v="2147" actId="123"/>
          <ac:spMkLst>
            <pc:docMk/>
            <pc:sldMk cId="635541671" sldId="271"/>
            <ac:spMk id="3" creationId="{83ACF11B-DA88-2D14-9386-3F3DA2A09273}"/>
          </ac:spMkLst>
        </pc:spChg>
        <pc:picChg chg="add mod">
          <ac:chgData name="sagar nilange" userId="da37a159ddc0adc7" providerId="LiveId" clId="{5BEDFFCE-3AE6-4355-81DB-6B8AAB6579AE}" dt="2026-02-04T17:27:30.565" v="3396" actId="1036"/>
          <ac:picMkLst>
            <pc:docMk/>
            <pc:sldMk cId="635541671" sldId="271"/>
            <ac:picMk id="5" creationId="{CCBF01DE-491B-65B2-762A-9447757C4CAF}"/>
          </ac:picMkLst>
        </pc:picChg>
      </pc:sldChg>
      <pc:sldChg chg="addSp delSp modSp new mod">
        <pc:chgData name="sagar nilange" userId="da37a159ddc0adc7" providerId="LiveId" clId="{5BEDFFCE-3AE6-4355-81DB-6B8AAB6579AE}" dt="2026-02-04T05:46:59.753" v="2691" actId="1076"/>
        <pc:sldMkLst>
          <pc:docMk/>
          <pc:sldMk cId="624046540" sldId="272"/>
        </pc:sldMkLst>
        <pc:spChg chg="mod">
          <ac:chgData name="sagar nilange" userId="da37a159ddc0adc7" providerId="LiveId" clId="{5BEDFFCE-3AE6-4355-81DB-6B8AAB6579AE}" dt="2026-02-04T04:47:17.746" v="2344" actId="2711"/>
          <ac:spMkLst>
            <pc:docMk/>
            <pc:sldMk cId="624046540" sldId="272"/>
            <ac:spMk id="2" creationId="{B3E801CE-591E-4515-4EC3-D830D3B54F5F}"/>
          </ac:spMkLst>
        </pc:spChg>
        <pc:spChg chg="add mod">
          <ac:chgData name="sagar nilange" userId="da37a159ddc0adc7" providerId="LiveId" clId="{5BEDFFCE-3AE6-4355-81DB-6B8AAB6579AE}" dt="2026-02-04T05:46:59.753" v="2691" actId="1076"/>
          <ac:spMkLst>
            <pc:docMk/>
            <pc:sldMk cId="624046540" sldId="272"/>
            <ac:spMk id="15" creationId="{44DFAF47-A6F7-F236-DDF7-6922ADCEA6E5}"/>
          </ac:spMkLst>
        </pc:spChg>
        <pc:picChg chg="add mod">
          <ac:chgData name="sagar nilange" userId="da37a159ddc0adc7" providerId="LiveId" clId="{5BEDFFCE-3AE6-4355-81DB-6B8AAB6579AE}" dt="2026-02-04T05:34:29.084" v="2627" actId="1076"/>
          <ac:picMkLst>
            <pc:docMk/>
            <pc:sldMk cId="624046540" sldId="272"/>
            <ac:picMk id="17" creationId="{2AAEB862-4832-0143-6057-7207CF5D5C0E}"/>
          </ac:picMkLst>
        </pc:picChg>
      </pc:sldChg>
      <pc:sldChg chg="addSp delSp modSp new mod">
        <pc:chgData name="sagar nilange" userId="da37a159ddc0adc7" providerId="LiveId" clId="{5BEDFFCE-3AE6-4355-81DB-6B8AAB6579AE}" dt="2026-02-04T05:45:55.207" v="2681" actId="14100"/>
        <pc:sldMkLst>
          <pc:docMk/>
          <pc:sldMk cId="3553536830" sldId="273"/>
        </pc:sldMkLst>
        <pc:spChg chg="mod">
          <ac:chgData name="sagar nilange" userId="da37a159ddc0adc7" providerId="LiveId" clId="{5BEDFFCE-3AE6-4355-81DB-6B8AAB6579AE}" dt="2026-02-04T05:13:13.867" v="2499" actId="207"/>
          <ac:spMkLst>
            <pc:docMk/>
            <pc:sldMk cId="3553536830" sldId="273"/>
            <ac:spMk id="2" creationId="{D2A30086-1E40-75C2-9A2F-4BF7D6C384BD}"/>
          </ac:spMkLst>
        </pc:spChg>
        <pc:spChg chg="add mod">
          <ac:chgData name="sagar nilange" userId="da37a159ddc0adc7" providerId="LiveId" clId="{5BEDFFCE-3AE6-4355-81DB-6B8AAB6579AE}" dt="2026-02-04T05:45:46.433" v="2678" actId="1076"/>
          <ac:spMkLst>
            <pc:docMk/>
            <pc:sldMk cId="3553536830" sldId="273"/>
            <ac:spMk id="8" creationId="{6259D411-7B72-880C-C686-BFEF05F55FC8}"/>
          </ac:spMkLst>
        </pc:spChg>
        <pc:picChg chg="add mod">
          <ac:chgData name="sagar nilange" userId="da37a159ddc0adc7" providerId="LiveId" clId="{5BEDFFCE-3AE6-4355-81DB-6B8AAB6579AE}" dt="2026-02-04T05:45:55.207" v="2681" actId="14100"/>
          <ac:picMkLst>
            <pc:docMk/>
            <pc:sldMk cId="3553536830" sldId="273"/>
            <ac:picMk id="10" creationId="{76F24E4B-B687-74E1-7435-E99F99BBC3AC}"/>
          </ac:picMkLst>
        </pc:picChg>
      </pc:sldChg>
      <pc:sldChg chg="addSp delSp modSp new mod ord">
        <pc:chgData name="sagar nilange" userId="da37a159ddc0adc7" providerId="LiveId" clId="{5BEDFFCE-3AE6-4355-81DB-6B8AAB6579AE}" dt="2026-02-04T05:46:27.731" v="2686" actId="14100"/>
        <pc:sldMkLst>
          <pc:docMk/>
          <pc:sldMk cId="2709700305" sldId="274"/>
        </pc:sldMkLst>
        <pc:spChg chg="mod">
          <ac:chgData name="sagar nilange" userId="da37a159ddc0adc7" providerId="LiveId" clId="{5BEDFFCE-3AE6-4355-81DB-6B8AAB6579AE}" dt="2026-02-04T05:13:19.477" v="2500" actId="207"/>
          <ac:spMkLst>
            <pc:docMk/>
            <pc:sldMk cId="2709700305" sldId="274"/>
            <ac:spMk id="2" creationId="{B37FBFAE-5EBA-8D70-2AB4-B7872A985D31}"/>
          </ac:spMkLst>
        </pc:spChg>
        <pc:spChg chg="add mod">
          <ac:chgData name="sagar nilange" userId="da37a159ddc0adc7" providerId="LiveId" clId="{5BEDFFCE-3AE6-4355-81DB-6B8AAB6579AE}" dt="2026-02-04T05:46:27.731" v="2686" actId="14100"/>
          <ac:spMkLst>
            <pc:docMk/>
            <pc:sldMk cId="2709700305" sldId="274"/>
            <ac:spMk id="15" creationId="{2646C7F6-B746-7BA0-A918-F4FD841F33D5}"/>
          </ac:spMkLst>
        </pc:spChg>
        <pc:picChg chg="add mod">
          <ac:chgData name="sagar nilange" userId="da37a159ddc0adc7" providerId="LiveId" clId="{5BEDFFCE-3AE6-4355-81DB-6B8AAB6579AE}" dt="2026-02-04T05:32:03.871" v="2614" actId="1076"/>
          <ac:picMkLst>
            <pc:docMk/>
            <pc:sldMk cId="2709700305" sldId="274"/>
            <ac:picMk id="17" creationId="{0BC51D0F-550B-3300-9007-A8E8F0B149A9}"/>
          </ac:picMkLst>
        </pc:picChg>
      </pc:sldChg>
      <pc:sldChg chg="addSp delSp modSp new mod">
        <pc:chgData name="sagar nilange" userId="da37a159ddc0adc7" providerId="LiveId" clId="{5BEDFFCE-3AE6-4355-81DB-6B8AAB6579AE}" dt="2026-02-04T05:45:02.294" v="2673" actId="1076"/>
        <pc:sldMkLst>
          <pc:docMk/>
          <pc:sldMk cId="1875479494" sldId="275"/>
        </pc:sldMkLst>
        <pc:spChg chg="mod">
          <ac:chgData name="sagar nilange" userId="da37a159ddc0adc7" providerId="LiveId" clId="{5BEDFFCE-3AE6-4355-81DB-6B8AAB6579AE}" dt="2026-02-04T05:12:54.822" v="2498" actId="207"/>
          <ac:spMkLst>
            <pc:docMk/>
            <pc:sldMk cId="1875479494" sldId="275"/>
            <ac:spMk id="2" creationId="{12F7AE92-57E6-814F-8B14-3BDB2C8335AF}"/>
          </ac:spMkLst>
        </pc:spChg>
        <pc:spChg chg="add mod">
          <ac:chgData name="sagar nilange" userId="da37a159ddc0adc7" providerId="LiveId" clId="{5BEDFFCE-3AE6-4355-81DB-6B8AAB6579AE}" dt="2026-02-04T05:45:02.294" v="2673" actId="1076"/>
          <ac:spMkLst>
            <pc:docMk/>
            <pc:sldMk cId="1875479494" sldId="275"/>
            <ac:spMk id="7" creationId="{045B6948-BF16-1D03-462F-0B6BF34C1D73}"/>
          </ac:spMkLst>
        </pc:spChg>
        <pc:picChg chg="add mod">
          <ac:chgData name="sagar nilange" userId="da37a159ddc0adc7" providerId="LiveId" clId="{5BEDFFCE-3AE6-4355-81DB-6B8AAB6579AE}" dt="2026-02-04T05:30:10.481" v="2605" actId="1076"/>
          <ac:picMkLst>
            <pc:docMk/>
            <pc:sldMk cId="1875479494" sldId="275"/>
            <ac:picMk id="9" creationId="{9DC3E62D-E635-44A1-07B0-3E333E86E01F}"/>
          </ac:picMkLst>
        </pc:picChg>
      </pc:sldChg>
      <pc:sldChg chg="addSp modSp new mod">
        <pc:chgData name="sagar nilange" userId="da37a159ddc0adc7" providerId="LiveId" clId="{5BEDFFCE-3AE6-4355-81DB-6B8AAB6579AE}" dt="2026-02-03T07:48:45.736" v="2282" actId="2711"/>
        <pc:sldMkLst>
          <pc:docMk/>
          <pc:sldMk cId="3472406288" sldId="276"/>
        </pc:sldMkLst>
        <pc:spChg chg="mod">
          <ac:chgData name="sagar nilange" userId="da37a159ddc0adc7" providerId="LiveId" clId="{5BEDFFCE-3AE6-4355-81DB-6B8AAB6579AE}" dt="2026-02-03T07:48:33.889" v="2281" actId="2711"/>
          <ac:spMkLst>
            <pc:docMk/>
            <pc:sldMk cId="3472406288" sldId="276"/>
            <ac:spMk id="2" creationId="{49E1A9AA-205B-7043-8A6A-2A0252B83B83}"/>
          </ac:spMkLst>
        </pc:spChg>
        <pc:spChg chg="mod">
          <ac:chgData name="sagar nilange" userId="da37a159ddc0adc7" providerId="LiveId" clId="{5BEDFFCE-3AE6-4355-81DB-6B8AAB6579AE}" dt="2026-02-03T07:48:45.736" v="2282" actId="2711"/>
          <ac:spMkLst>
            <pc:docMk/>
            <pc:sldMk cId="3472406288" sldId="276"/>
            <ac:spMk id="3" creationId="{D9E4ABC7-B640-C08E-6E47-8C096F24EF13}"/>
          </ac:spMkLst>
        </pc:spChg>
        <pc:spChg chg="add mod">
          <ac:chgData name="sagar nilange" userId="da37a159ddc0adc7" providerId="LiveId" clId="{5BEDFFCE-3AE6-4355-81DB-6B8AAB6579AE}" dt="2026-02-03T07:47:44.615" v="2279" actId="1076"/>
          <ac:spMkLst>
            <pc:docMk/>
            <pc:sldMk cId="3472406288" sldId="276"/>
            <ac:spMk id="4" creationId="{82F988E4-B949-693F-9DAD-B2FC96242A39}"/>
          </ac:spMkLst>
        </pc:spChg>
      </pc:sldChg>
      <pc:sldChg chg="addSp delSp modSp new mod">
        <pc:chgData name="sagar nilange" userId="da37a159ddc0adc7" providerId="LiveId" clId="{5BEDFFCE-3AE6-4355-81DB-6B8AAB6579AE}" dt="2026-02-03T07:38:48.562" v="2170" actId="14100"/>
        <pc:sldMkLst>
          <pc:docMk/>
          <pc:sldMk cId="183553928" sldId="277"/>
        </pc:sldMkLst>
        <pc:picChg chg="add mod">
          <ac:chgData name="sagar nilange" userId="da37a159ddc0adc7" providerId="LiveId" clId="{5BEDFFCE-3AE6-4355-81DB-6B8AAB6579AE}" dt="2026-02-03T07:38:48.562" v="2170" actId="14100"/>
          <ac:picMkLst>
            <pc:docMk/>
            <pc:sldMk cId="183553928" sldId="277"/>
            <ac:picMk id="5" creationId="{66E15F7A-C765-EB1D-87B0-3ED194995019}"/>
          </ac:picMkLst>
        </pc:picChg>
      </pc:sldChg>
      <pc:sldChg chg="addSp delSp modSp new mod ord">
        <pc:chgData name="sagar nilange" userId="da37a159ddc0adc7" providerId="LiveId" clId="{5BEDFFCE-3AE6-4355-81DB-6B8AAB6579AE}" dt="2026-02-04T04:42:06.151" v="2292" actId="14100"/>
        <pc:sldMkLst>
          <pc:docMk/>
          <pc:sldMk cId="1207645488" sldId="278"/>
        </pc:sldMkLst>
        <pc:picChg chg="add mod">
          <ac:chgData name="sagar nilange" userId="da37a159ddc0adc7" providerId="LiveId" clId="{5BEDFFCE-3AE6-4355-81DB-6B8AAB6579AE}" dt="2026-02-04T04:42:06.151" v="2292" actId="14100"/>
          <ac:picMkLst>
            <pc:docMk/>
            <pc:sldMk cId="1207645488" sldId="278"/>
            <ac:picMk id="5" creationId="{B188BFF9-3D2E-4EE3-AA6B-123910407E52}"/>
          </ac:picMkLst>
        </pc:picChg>
      </pc:sldChg>
      <pc:sldChg chg="addSp delSp modSp new mod">
        <pc:chgData name="sagar nilange" userId="da37a159ddc0adc7" providerId="LiveId" clId="{5BEDFFCE-3AE6-4355-81DB-6B8AAB6579AE}" dt="2026-02-04T05:44:24.688" v="2668" actId="255"/>
        <pc:sldMkLst>
          <pc:docMk/>
          <pc:sldMk cId="2603298551" sldId="279"/>
        </pc:sldMkLst>
        <pc:spChg chg="mod">
          <ac:chgData name="sagar nilange" userId="da37a159ddc0adc7" providerId="LiveId" clId="{5BEDFFCE-3AE6-4355-81DB-6B8AAB6579AE}" dt="2026-02-04T05:20:21.135" v="2547" actId="1076"/>
          <ac:spMkLst>
            <pc:docMk/>
            <pc:sldMk cId="2603298551" sldId="279"/>
            <ac:spMk id="2" creationId="{2D248361-AC93-8D47-BCB4-17DC90AFDAC3}"/>
          </ac:spMkLst>
        </pc:spChg>
        <pc:spChg chg="add mod">
          <ac:chgData name="sagar nilange" userId="da37a159ddc0adc7" providerId="LiveId" clId="{5BEDFFCE-3AE6-4355-81DB-6B8AAB6579AE}" dt="2026-02-04T05:44:24.688" v="2668" actId="255"/>
          <ac:spMkLst>
            <pc:docMk/>
            <pc:sldMk cId="2603298551" sldId="279"/>
            <ac:spMk id="11" creationId="{9CE0C13F-BB79-71E7-F496-4B39383DE138}"/>
          </ac:spMkLst>
        </pc:spChg>
        <pc:picChg chg="add mod">
          <ac:chgData name="sagar nilange" userId="da37a159ddc0adc7" providerId="LiveId" clId="{5BEDFFCE-3AE6-4355-81DB-6B8AAB6579AE}" dt="2026-02-04T05:42:47.108" v="2645" actId="14100"/>
          <ac:picMkLst>
            <pc:docMk/>
            <pc:sldMk cId="2603298551" sldId="279"/>
            <ac:picMk id="17" creationId="{0B29F9B6-49AA-5C9D-D3E4-4ADE5163FE39}"/>
          </ac:picMkLst>
        </pc:picChg>
      </pc:sldChg>
      <pc:sldChg chg="modSp new mod">
        <pc:chgData name="sagar nilange" userId="da37a159ddc0adc7" providerId="LiveId" clId="{5BEDFFCE-3AE6-4355-81DB-6B8AAB6579AE}" dt="2026-02-04T06:04:00.037" v="3143" actId="1076"/>
        <pc:sldMkLst>
          <pc:docMk/>
          <pc:sldMk cId="3764535721" sldId="280"/>
        </pc:sldMkLst>
        <pc:spChg chg="mod">
          <ac:chgData name="sagar nilange" userId="da37a159ddc0adc7" providerId="LiveId" clId="{5BEDFFCE-3AE6-4355-81DB-6B8AAB6579AE}" dt="2026-02-04T06:04:00.037" v="3143" actId="1076"/>
          <ac:spMkLst>
            <pc:docMk/>
            <pc:sldMk cId="3764535721" sldId="280"/>
            <ac:spMk id="2" creationId="{F12D684F-97E7-9A32-F84D-5C0F4127E3F0}"/>
          </ac:spMkLst>
        </pc:spChg>
        <pc:spChg chg="mod">
          <ac:chgData name="sagar nilange" userId="da37a159ddc0adc7" providerId="LiveId" clId="{5BEDFFCE-3AE6-4355-81DB-6B8AAB6579AE}" dt="2026-02-04T06:03:50.497" v="3142" actId="1076"/>
          <ac:spMkLst>
            <pc:docMk/>
            <pc:sldMk cId="3764535721" sldId="280"/>
            <ac:spMk id="3" creationId="{4DE96842-4D4F-7565-574E-EF3AF13FD1C6}"/>
          </ac:spMkLst>
        </pc:spChg>
      </pc:sldChg>
      <pc:sldChg chg="delSp modSp new mod modClrScheme chgLayout">
        <pc:chgData name="sagar nilange" userId="da37a159ddc0adc7" providerId="LiveId" clId="{5BEDFFCE-3AE6-4355-81DB-6B8AAB6579AE}" dt="2026-02-04T06:16:22.346" v="3394" actId="1076"/>
        <pc:sldMkLst>
          <pc:docMk/>
          <pc:sldMk cId="4220030137" sldId="281"/>
        </pc:sldMkLst>
        <pc:spChg chg="mod ord">
          <ac:chgData name="sagar nilange" userId="da37a159ddc0adc7" providerId="LiveId" clId="{5BEDFFCE-3AE6-4355-81DB-6B8AAB6579AE}" dt="2026-02-04T06:16:22.346" v="3394" actId="1076"/>
          <ac:spMkLst>
            <pc:docMk/>
            <pc:sldMk cId="4220030137" sldId="281"/>
            <ac:spMk id="3" creationId="{370E84C5-3EEF-2B6B-4F82-8987EF4D8E0E}"/>
          </ac:spMkLst>
        </pc:spChg>
      </pc:sldChg>
      <pc:sldChg chg="addSp modSp new mod">
        <pc:chgData name="sagar nilange" userId="da37a159ddc0adc7" providerId="LiveId" clId="{5BEDFFCE-3AE6-4355-81DB-6B8AAB6579AE}" dt="2026-02-08T05:13:41.567" v="3620" actId="2711"/>
        <pc:sldMkLst>
          <pc:docMk/>
          <pc:sldMk cId="785817291" sldId="282"/>
        </pc:sldMkLst>
        <pc:spChg chg="mod">
          <ac:chgData name="sagar nilange" userId="da37a159ddc0adc7" providerId="LiveId" clId="{5BEDFFCE-3AE6-4355-81DB-6B8AAB6579AE}" dt="2026-02-08T05:13:26.891" v="3618" actId="2711"/>
          <ac:spMkLst>
            <pc:docMk/>
            <pc:sldMk cId="785817291" sldId="282"/>
            <ac:spMk id="2" creationId="{3F9E087B-6A6E-3500-717A-331E5CFE68CA}"/>
          </ac:spMkLst>
        </pc:spChg>
        <pc:spChg chg="mod">
          <ac:chgData name="sagar nilange" userId="da37a159ddc0adc7" providerId="LiveId" clId="{5BEDFFCE-3AE6-4355-81DB-6B8AAB6579AE}" dt="2026-02-08T05:13:41.567" v="3620" actId="2711"/>
          <ac:spMkLst>
            <pc:docMk/>
            <pc:sldMk cId="785817291" sldId="282"/>
            <ac:spMk id="3" creationId="{7707102E-0163-87B0-66C6-F49ABCD4A391}"/>
          </ac:spMkLst>
        </pc:spChg>
        <pc:picChg chg="add mod">
          <ac:chgData name="sagar nilange" userId="da37a159ddc0adc7" providerId="LiveId" clId="{5BEDFFCE-3AE6-4355-81DB-6B8AAB6579AE}" dt="2026-02-08T05:10:32.110" v="3605" actId="1076"/>
          <ac:picMkLst>
            <pc:docMk/>
            <pc:sldMk cId="785817291" sldId="282"/>
            <ac:picMk id="5" creationId="{58BEFE2E-1632-A91C-E6E0-D2122F548A4F}"/>
          </ac:picMkLst>
        </pc:picChg>
      </pc:sldChg>
      <pc:sldChg chg="addSp modSp new mod">
        <pc:chgData name="sagar nilange" userId="da37a159ddc0adc7" providerId="LiveId" clId="{5BEDFFCE-3AE6-4355-81DB-6B8AAB6579AE}" dt="2026-02-08T05:25:54.646" v="3734" actId="20577"/>
        <pc:sldMkLst>
          <pc:docMk/>
          <pc:sldMk cId="1751225754" sldId="283"/>
        </pc:sldMkLst>
        <pc:spChg chg="mod">
          <ac:chgData name="sagar nilange" userId="da37a159ddc0adc7" providerId="LiveId" clId="{5BEDFFCE-3AE6-4355-81DB-6B8AAB6579AE}" dt="2026-02-08T05:25:54.646" v="3734" actId="20577"/>
          <ac:spMkLst>
            <pc:docMk/>
            <pc:sldMk cId="1751225754" sldId="283"/>
            <ac:spMk id="2" creationId="{97624292-07D2-2870-D715-BCD69CD84037}"/>
          </ac:spMkLst>
        </pc:spChg>
        <pc:spChg chg="mod">
          <ac:chgData name="sagar nilange" userId="da37a159ddc0adc7" providerId="LiveId" clId="{5BEDFFCE-3AE6-4355-81DB-6B8AAB6579AE}" dt="2026-02-08T05:25:44.021" v="3721" actId="1076"/>
          <ac:spMkLst>
            <pc:docMk/>
            <pc:sldMk cId="1751225754" sldId="283"/>
            <ac:spMk id="3" creationId="{185B4D02-3CAB-2E74-808F-8CB6C1CFA297}"/>
          </ac:spMkLst>
        </pc:spChg>
        <pc:picChg chg="add mod">
          <ac:chgData name="sagar nilange" userId="da37a159ddc0adc7" providerId="LiveId" clId="{5BEDFFCE-3AE6-4355-81DB-6B8AAB6579AE}" dt="2026-02-08T05:19:10.512" v="3630" actId="14100"/>
          <ac:picMkLst>
            <pc:docMk/>
            <pc:sldMk cId="1751225754" sldId="283"/>
            <ac:picMk id="5" creationId="{031DD043-5309-C2A6-F828-DE1D4EB96E22}"/>
          </ac:picMkLst>
        </pc:picChg>
      </pc:sldChg>
      <pc:sldChg chg="addSp modSp new mod">
        <pc:chgData name="sagar nilange" userId="da37a159ddc0adc7" providerId="LiveId" clId="{5BEDFFCE-3AE6-4355-81DB-6B8AAB6579AE}" dt="2026-02-08T05:01:23.924" v="3591" actId="1076"/>
        <pc:sldMkLst>
          <pc:docMk/>
          <pc:sldMk cId="3643436686" sldId="284"/>
        </pc:sldMkLst>
        <pc:spChg chg="mod">
          <ac:chgData name="sagar nilange" userId="da37a159ddc0adc7" providerId="LiveId" clId="{5BEDFFCE-3AE6-4355-81DB-6B8AAB6579AE}" dt="2026-02-08T05:01:23.924" v="3591" actId="1076"/>
          <ac:spMkLst>
            <pc:docMk/>
            <pc:sldMk cId="3643436686" sldId="284"/>
            <ac:spMk id="2" creationId="{A17869F9-E12D-3D83-B5C0-EA415F1F07CA}"/>
          </ac:spMkLst>
        </pc:spChg>
        <pc:spChg chg="mod">
          <ac:chgData name="sagar nilange" userId="da37a159ddc0adc7" providerId="LiveId" clId="{5BEDFFCE-3AE6-4355-81DB-6B8AAB6579AE}" dt="2026-02-08T05:01:20.594" v="3590" actId="1076"/>
          <ac:spMkLst>
            <pc:docMk/>
            <pc:sldMk cId="3643436686" sldId="284"/>
            <ac:spMk id="3" creationId="{E3DE4F37-F9BA-37C7-1FB5-10E537AEDD20}"/>
          </ac:spMkLst>
        </pc:spChg>
        <pc:picChg chg="add mod">
          <ac:chgData name="sagar nilange" userId="da37a159ddc0adc7" providerId="LiveId" clId="{5BEDFFCE-3AE6-4355-81DB-6B8AAB6579AE}" dt="2026-02-08T05:01:11.386" v="3588" actId="1076"/>
          <ac:picMkLst>
            <pc:docMk/>
            <pc:sldMk cId="3643436686" sldId="284"/>
            <ac:picMk id="5" creationId="{27231794-872E-D9D9-AF3B-F97DCFA50E5E}"/>
          </ac:picMkLst>
        </pc:picChg>
      </pc:sldChg>
      <pc:sldChg chg="addSp modSp new mod">
        <pc:chgData name="sagar nilange" userId="da37a159ddc0adc7" providerId="LiveId" clId="{5BEDFFCE-3AE6-4355-81DB-6B8AAB6579AE}" dt="2026-02-08T05:53:38.210" v="3973" actId="2711"/>
        <pc:sldMkLst>
          <pc:docMk/>
          <pc:sldMk cId="2259499343" sldId="285"/>
        </pc:sldMkLst>
        <pc:spChg chg="mod">
          <ac:chgData name="sagar nilange" userId="da37a159ddc0adc7" providerId="LiveId" clId="{5BEDFFCE-3AE6-4355-81DB-6B8AAB6579AE}" dt="2026-02-08T05:48:26.081" v="3823" actId="20577"/>
          <ac:spMkLst>
            <pc:docMk/>
            <pc:sldMk cId="2259499343" sldId="285"/>
            <ac:spMk id="2" creationId="{10736E4B-7670-5BAF-9802-970B298DDF48}"/>
          </ac:spMkLst>
        </pc:spChg>
        <pc:spChg chg="mod">
          <ac:chgData name="sagar nilange" userId="da37a159ddc0adc7" providerId="LiveId" clId="{5BEDFFCE-3AE6-4355-81DB-6B8AAB6579AE}" dt="2026-02-08T05:53:38.210" v="3973" actId="2711"/>
          <ac:spMkLst>
            <pc:docMk/>
            <pc:sldMk cId="2259499343" sldId="285"/>
            <ac:spMk id="3" creationId="{8A0CEF8A-3F39-9C0A-15F0-E03B6A9D6F56}"/>
          </ac:spMkLst>
        </pc:spChg>
        <pc:picChg chg="add mod">
          <ac:chgData name="sagar nilange" userId="da37a159ddc0adc7" providerId="LiveId" clId="{5BEDFFCE-3AE6-4355-81DB-6B8AAB6579AE}" dt="2026-02-08T05:49:49.758" v="3827" actId="14100"/>
          <ac:picMkLst>
            <pc:docMk/>
            <pc:sldMk cId="2259499343" sldId="285"/>
            <ac:picMk id="5" creationId="{C1E6455B-136D-FB5C-CA31-33724DA0ED87}"/>
          </ac:picMkLst>
        </pc:picChg>
      </pc:sldChg>
      <pc:sldChg chg="addSp modSp new mod">
        <pc:chgData name="sagar nilange" userId="da37a159ddc0adc7" providerId="LiveId" clId="{5BEDFFCE-3AE6-4355-81DB-6B8AAB6579AE}" dt="2026-02-08T05:40:30.012" v="3777" actId="20577"/>
        <pc:sldMkLst>
          <pc:docMk/>
          <pc:sldMk cId="413779837" sldId="286"/>
        </pc:sldMkLst>
        <pc:spChg chg="mod">
          <ac:chgData name="sagar nilange" userId="da37a159ddc0adc7" providerId="LiveId" clId="{5BEDFFCE-3AE6-4355-81DB-6B8AAB6579AE}" dt="2026-02-08T05:40:30.012" v="3777" actId="20577"/>
          <ac:spMkLst>
            <pc:docMk/>
            <pc:sldMk cId="413779837" sldId="286"/>
            <ac:spMk id="2" creationId="{21AB7ACB-506F-8383-D46B-A704D7C4D63F}"/>
          </ac:spMkLst>
        </pc:spChg>
        <pc:spChg chg="mod">
          <ac:chgData name="sagar nilange" userId="da37a159ddc0adc7" providerId="LiveId" clId="{5BEDFFCE-3AE6-4355-81DB-6B8AAB6579AE}" dt="2026-02-08T05:40:11.537" v="3766" actId="14100"/>
          <ac:spMkLst>
            <pc:docMk/>
            <pc:sldMk cId="413779837" sldId="286"/>
            <ac:spMk id="3" creationId="{6F902828-CB88-352E-0A47-2E2EAD530D76}"/>
          </ac:spMkLst>
        </pc:spChg>
        <pc:picChg chg="add mod">
          <ac:chgData name="sagar nilange" userId="da37a159ddc0adc7" providerId="LiveId" clId="{5BEDFFCE-3AE6-4355-81DB-6B8AAB6579AE}" dt="2026-02-08T05:40:20.258" v="3769" actId="1076"/>
          <ac:picMkLst>
            <pc:docMk/>
            <pc:sldMk cId="413779837" sldId="286"/>
            <ac:picMk id="5" creationId="{41D9CA70-9A7F-4C57-4889-3FAF1DA4E4F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224772-6061-4712-9DD9-01A1561154E5}" type="datetimeFigureOut">
              <a:rPr lang="en-IN" smtClean="0"/>
              <a:t>11-02-2026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CFEEEF-9653-400E-8609-0A1A9069DFA1}" type="slidenum">
              <a:rPr lang="en-IN" smtClean="0"/>
              <a:t>‹#›</a:t>
            </a:fld>
            <a:endParaRPr lang="en-IN"/>
          </a:p>
        </p:txBody>
      </p:sp>
    </p:spTree>
    <p:extLst>
      <p:ext uri="{BB962C8B-B14F-4D97-AF65-F5344CB8AC3E}">
        <p14:creationId xmlns:p14="http://schemas.microsoft.com/office/powerpoint/2010/main" val="7987781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564087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45971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22418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2/11/2026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49736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2/11/2026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449312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2/11/2026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932745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2/11/2026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468829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343409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024804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90802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8008600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44020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080191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883132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189764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592818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2/11/2026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8155009"/>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 id="2147483681"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237E5-E757-B4F9-70B5-183CA9BB8888}"/>
              </a:ext>
            </a:extLst>
          </p:cNvPr>
          <p:cNvSpPr>
            <a:spLocks noGrp="1"/>
          </p:cNvSpPr>
          <p:nvPr>
            <p:ph type="ctrTitle"/>
          </p:nvPr>
        </p:nvSpPr>
        <p:spPr>
          <a:xfrm>
            <a:off x="1186543" y="1144450"/>
            <a:ext cx="8915399" cy="1023257"/>
          </a:xfrm>
        </p:spPr>
        <p:txBody>
          <a:bodyPr>
            <a:normAutofit/>
          </a:bodyPr>
          <a:lstStyle/>
          <a:p>
            <a:endParaRPr lang="en-IN" sz="4800" dirty="0"/>
          </a:p>
        </p:txBody>
      </p:sp>
      <p:sp>
        <p:nvSpPr>
          <p:cNvPr id="3" name="Subtitle 2">
            <a:extLst>
              <a:ext uri="{FF2B5EF4-FFF2-40B4-BE49-F238E27FC236}">
                <a16:creationId xmlns:a16="http://schemas.microsoft.com/office/drawing/2014/main" id="{E8DB7F95-5B5C-A141-6254-E5F52CEF0C2F}"/>
              </a:ext>
            </a:extLst>
          </p:cNvPr>
          <p:cNvSpPr>
            <a:spLocks noGrp="1"/>
          </p:cNvSpPr>
          <p:nvPr>
            <p:ph type="subTitle" idx="1"/>
          </p:nvPr>
        </p:nvSpPr>
        <p:spPr>
          <a:xfrm>
            <a:off x="1186543" y="5518550"/>
            <a:ext cx="9960428" cy="785222"/>
          </a:xfrm>
        </p:spPr>
        <p:txBody>
          <a:bodyPr/>
          <a:lstStyle/>
          <a:p>
            <a:endParaRPr lang="en-IN" dirty="0"/>
          </a:p>
        </p:txBody>
      </p:sp>
      <p:pic>
        <p:nvPicPr>
          <p:cNvPr id="11" name="Picture 10">
            <a:extLst>
              <a:ext uri="{FF2B5EF4-FFF2-40B4-BE49-F238E27FC236}">
                <a16:creationId xmlns:a16="http://schemas.microsoft.com/office/drawing/2014/main" id="{C4D60FAB-32C8-9760-9F8D-B6B668FC0C44}"/>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5900"/>
                    </a14:imgEffect>
                  </a14:imgLayer>
                </a14:imgProps>
              </a:ext>
            </a:extLst>
          </a:blip>
          <a:stretch>
            <a:fillRect/>
          </a:stretch>
        </p:blipFill>
        <p:spPr>
          <a:xfrm>
            <a:off x="-24494" y="0"/>
            <a:ext cx="12240985" cy="6858000"/>
          </a:xfrm>
          <a:prstGeom prst="rect">
            <a:avLst/>
          </a:prstGeom>
        </p:spPr>
      </p:pic>
      <p:sp>
        <p:nvSpPr>
          <p:cNvPr id="12" name="TextBox 11">
            <a:extLst>
              <a:ext uri="{FF2B5EF4-FFF2-40B4-BE49-F238E27FC236}">
                <a16:creationId xmlns:a16="http://schemas.microsoft.com/office/drawing/2014/main" id="{E10B720B-1E2C-E93D-5D1D-014C26EDAFF0}"/>
              </a:ext>
            </a:extLst>
          </p:cNvPr>
          <p:cNvSpPr txBox="1"/>
          <p:nvPr/>
        </p:nvSpPr>
        <p:spPr>
          <a:xfrm>
            <a:off x="5344883" y="599048"/>
            <a:ext cx="751115" cy="369332"/>
          </a:xfrm>
          <a:prstGeom prst="rect">
            <a:avLst/>
          </a:prstGeom>
          <a:noFill/>
        </p:spPr>
        <p:txBody>
          <a:bodyPr wrap="square" rtlCol="0">
            <a:spAutoFit/>
          </a:bodyPr>
          <a:lstStyle/>
          <a:p>
            <a:r>
              <a:rPr lang="en-US" b="1" dirty="0"/>
              <a:t>EDA</a:t>
            </a:r>
            <a:endParaRPr lang="en-IN" b="1" dirty="0"/>
          </a:p>
        </p:txBody>
      </p:sp>
      <p:sp>
        <p:nvSpPr>
          <p:cNvPr id="13" name="TextBox 12">
            <a:extLst>
              <a:ext uri="{FF2B5EF4-FFF2-40B4-BE49-F238E27FC236}">
                <a16:creationId xmlns:a16="http://schemas.microsoft.com/office/drawing/2014/main" id="{1FEAF902-055F-F125-42B2-6C7BC7A5DCB7}"/>
              </a:ext>
            </a:extLst>
          </p:cNvPr>
          <p:cNvSpPr txBox="1"/>
          <p:nvPr/>
        </p:nvSpPr>
        <p:spPr>
          <a:xfrm>
            <a:off x="2041071" y="1821654"/>
            <a:ext cx="8251371" cy="830997"/>
          </a:xfrm>
          <a:prstGeom prst="rect">
            <a:avLst/>
          </a:prstGeom>
          <a:noFill/>
        </p:spPr>
        <p:txBody>
          <a:bodyPr wrap="square" rtlCol="0">
            <a:spAutoFit/>
          </a:bodyPr>
          <a:lstStyle/>
          <a:p>
            <a:r>
              <a:rPr lang="en-US" sz="4800" b="1" dirty="0">
                <a:solidFill>
                  <a:schemeClr val="tx1">
                    <a:lumMod val="95000"/>
                    <a:lumOff val="5000"/>
                  </a:schemeClr>
                </a:solidFill>
              </a:rPr>
              <a:t>HOTEL BOOKING ANALYSIS</a:t>
            </a:r>
            <a:endParaRPr lang="en-IN" sz="4800" b="1" dirty="0">
              <a:solidFill>
                <a:schemeClr val="tx1">
                  <a:lumMod val="95000"/>
                  <a:lumOff val="5000"/>
                </a:schemeClr>
              </a:solidFill>
            </a:endParaRPr>
          </a:p>
        </p:txBody>
      </p:sp>
      <p:sp>
        <p:nvSpPr>
          <p:cNvPr id="15" name="TextBox 14">
            <a:extLst>
              <a:ext uri="{FF2B5EF4-FFF2-40B4-BE49-F238E27FC236}">
                <a16:creationId xmlns:a16="http://schemas.microsoft.com/office/drawing/2014/main" id="{C53B26D0-8BCA-1119-024A-681B29CAB159}"/>
              </a:ext>
            </a:extLst>
          </p:cNvPr>
          <p:cNvSpPr txBox="1"/>
          <p:nvPr/>
        </p:nvSpPr>
        <p:spPr>
          <a:xfrm>
            <a:off x="261257" y="5518550"/>
            <a:ext cx="3853543" cy="646331"/>
          </a:xfrm>
          <a:prstGeom prst="rect">
            <a:avLst/>
          </a:prstGeom>
          <a:noFill/>
        </p:spPr>
        <p:txBody>
          <a:bodyPr wrap="square" rtlCol="0">
            <a:spAutoFit/>
          </a:bodyPr>
          <a:lstStyle/>
          <a:p>
            <a:r>
              <a:rPr lang="en-US" dirty="0">
                <a:solidFill>
                  <a:schemeClr val="bg1">
                    <a:lumMod val="95000"/>
                  </a:schemeClr>
                </a:solidFill>
              </a:rPr>
              <a:t>Presented By:</a:t>
            </a:r>
          </a:p>
          <a:p>
            <a:r>
              <a:rPr lang="en-US" dirty="0">
                <a:solidFill>
                  <a:schemeClr val="bg1">
                    <a:lumMod val="95000"/>
                  </a:schemeClr>
                </a:solidFill>
              </a:rPr>
              <a:t>Sagar Nilange &amp; Aditya </a:t>
            </a:r>
            <a:r>
              <a:rPr lang="en-US" dirty="0" err="1">
                <a:solidFill>
                  <a:schemeClr val="bg1">
                    <a:lumMod val="95000"/>
                  </a:schemeClr>
                </a:solidFill>
              </a:rPr>
              <a:t>Sapkal</a:t>
            </a:r>
            <a:endParaRPr lang="en-IN" dirty="0">
              <a:solidFill>
                <a:schemeClr val="bg1">
                  <a:lumMod val="95000"/>
                </a:schemeClr>
              </a:solidFill>
            </a:endParaRPr>
          </a:p>
        </p:txBody>
      </p:sp>
      <p:sp>
        <p:nvSpPr>
          <p:cNvPr id="16" name="TextBox 15">
            <a:extLst>
              <a:ext uri="{FF2B5EF4-FFF2-40B4-BE49-F238E27FC236}">
                <a16:creationId xmlns:a16="http://schemas.microsoft.com/office/drawing/2014/main" id="{77139311-B9A6-B254-DCCB-DC0DA1CF424C}"/>
              </a:ext>
            </a:extLst>
          </p:cNvPr>
          <p:cNvSpPr txBox="1"/>
          <p:nvPr/>
        </p:nvSpPr>
        <p:spPr>
          <a:xfrm>
            <a:off x="9644743" y="5518550"/>
            <a:ext cx="2286000" cy="646331"/>
          </a:xfrm>
          <a:prstGeom prst="rect">
            <a:avLst/>
          </a:prstGeom>
          <a:noFill/>
        </p:spPr>
        <p:txBody>
          <a:bodyPr wrap="square" rtlCol="0">
            <a:spAutoFit/>
          </a:bodyPr>
          <a:lstStyle/>
          <a:p>
            <a:r>
              <a:rPr lang="en-US" dirty="0">
                <a:solidFill>
                  <a:schemeClr val="bg1">
                    <a:lumMod val="95000"/>
                  </a:schemeClr>
                </a:solidFill>
              </a:rPr>
              <a:t>Guide By :</a:t>
            </a:r>
          </a:p>
          <a:p>
            <a:r>
              <a:rPr lang="en-US" dirty="0">
                <a:solidFill>
                  <a:schemeClr val="bg1">
                    <a:lumMod val="95000"/>
                  </a:schemeClr>
                </a:solidFill>
              </a:rPr>
              <a:t>Abhishek </a:t>
            </a:r>
            <a:r>
              <a:rPr lang="en-US" dirty="0" err="1">
                <a:solidFill>
                  <a:schemeClr val="bg1">
                    <a:lumMod val="95000"/>
                  </a:schemeClr>
                </a:solidFill>
              </a:rPr>
              <a:t>Wahval</a:t>
            </a:r>
            <a:endParaRPr lang="en-IN" dirty="0">
              <a:solidFill>
                <a:schemeClr val="bg1">
                  <a:lumMod val="95000"/>
                </a:schemeClr>
              </a:solidFill>
            </a:endParaRPr>
          </a:p>
        </p:txBody>
      </p:sp>
    </p:spTree>
    <p:extLst>
      <p:ext uri="{BB962C8B-B14F-4D97-AF65-F5344CB8AC3E}">
        <p14:creationId xmlns:p14="http://schemas.microsoft.com/office/powerpoint/2010/main" val="8449233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D684F-97E7-9A32-F84D-5C0F4127E3F0}"/>
              </a:ext>
            </a:extLst>
          </p:cNvPr>
          <p:cNvSpPr>
            <a:spLocks noGrp="1"/>
          </p:cNvSpPr>
          <p:nvPr>
            <p:ph type="title"/>
          </p:nvPr>
        </p:nvSpPr>
        <p:spPr>
          <a:xfrm>
            <a:off x="2908611" y="624110"/>
            <a:ext cx="8911687" cy="1280890"/>
          </a:xfrm>
        </p:spPr>
        <p:txBody>
          <a:bodyPr/>
          <a:lstStyle/>
          <a:p>
            <a:r>
              <a:rPr lang="en-US" b="1" dirty="0"/>
              <a:t>TABLE OF CONTENTS</a:t>
            </a:r>
            <a:endParaRPr lang="en-IN" b="1" dirty="0"/>
          </a:p>
        </p:txBody>
      </p:sp>
      <p:sp>
        <p:nvSpPr>
          <p:cNvPr id="3" name="Content Placeholder 2">
            <a:extLst>
              <a:ext uri="{FF2B5EF4-FFF2-40B4-BE49-F238E27FC236}">
                <a16:creationId xmlns:a16="http://schemas.microsoft.com/office/drawing/2014/main" id="{4DE96842-4D4F-7565-574E-EF3AF13FD1C6}"/>
              </a:ext>
            </a:extLst>
          </p:cNvPr>
          <p:cNvSpPr>
            <a:spLocks noGrp="1"/>
          </p:cNvSpPr>
          <p:nvPr>
            <p:ph idx="1"/>
          </p:nvPr>
        </p:nvSpPr>
        <p:spPr>
          <a:xfrm>
            <a:off x="1393372" y="2122714"/>
            <a:ext cx="9719355" cy="3777622"/>
          </a:xfrm>
        </p:spPr>
        <p:txBody>
          <a:bodyPr/>
          <a:lstStyle/>
          <a:p>
            <a:pPr marL="0" indent="0" algn="just">
              <a:buNone/>
            </a:pPr>
            <a:r>
              <a:rPr lang="en-US" sz="2800" dirty="0">
                <a:latin typeface="Calibri" panose="020F0502020204030204" pitchFamily="34" charset="0"/>
                <a:ea typeface="Calibri" panose="020F0502020204030204" pitchFamily="34" charset="0"/>
                <a:cs typeface="Calibri" panose="020F0502020204030204" pitchFamily="34" charset="0"/>
              </a:rPr>
              <a:t>1.  </a:t>
            </a:r>
            <a:r>
              <a:rPr lang="en-US" sz="2400" dirty="0">
                <a:latin typeface="Calibri" panose="020F0502020204030204" pitchFamily="34" charset="0"/>
                <a:ea typeface="Calibri" panose="020F0502020204030204" pitchFamily="34" charset="0"/>
                <a:cs typeface="Calibri" panose="020F0502020204030204" pitchFamily="34" charset="0"/>
              </a:rPr>
              <a:t>Project Summary                                    </a:t>
            </a:r>
            <a:r>
              <a:rPr lang="en-US" sz="2800" dirty="0">
                <a:latin typeface="Calibri" panose="020F0502020204030204" pitchFamily="34" charset="0"/>
                <a:ea typeface="Calibri" panose="020F0502020204030204" pitchFamily="34" charset="0"/>
                <a:cs typeface="Calibri" panose="020F0502020204030204" pitchFamily="34" charset="0"/>
              </a:rPr>
              <a:t>5.</a:t>
            </a:r>
            <a:r>
              <a:rPr lang="en-US" dirty="0">
                <a:latin typeface="Calibri" panose="020F0502020204030204" pitchFamily="34" charset="0"/>
                <a:ea typeface="Calibri" panose="020F0502020204030204" pitchFamily="34" charset="0"/>
                <a:cs typeface="Calibri" panose="020F0502020204030204" pitchFamily="34" charset="0"/>
              </a:rPr>
              <a:t>  </a:t>
            </a:r>
            <a:r>
              <a:rPr lang="en-US" sz="2400" dirty="0">
                <a:latin typeface="Calibri" panose="020F0502020204030204" pitchFamily="34" charset="0"/>
                <a:ea typeface="Calibri" panose="020F0502020204030204" pitchFamily="34" charset="0"/>
                <a:cs typeface="Calibri" panose="020F0502020204030204" pitchFamily="34" charset="0"/>
              </a:rPr>
              <a:t>variable description </a:t>
            </a:r>
          </a:p>
          <a:p>
            <a:pPr marL="0" indent="0" algn="just">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US" sz="2800" dirty="0">
                <a:latin typeface="Calibri" panose="020F0502020204030204" pitchFamily="34" charset="0"/>
                <a:ea typeface="Calibri" panose="020F0502020204030204" pitchFamily="34" charset="0"/>
                <a:cs typeface="Calibri" panose="020F0502020204030204" pitchFamily="34" charset="0"/>
              </a:rPr>
              <a:t>2.</a:t>
            </a:r>
            <a:r>
              <a:rPr lang="en-US" dirty="0">
                <a:latin typeface="Calibri" panose="020F0502020204030204" pitchFamily="34" charset="0"/>
                <a:ea typeface="Calibri" panose="020F0502020204030204" pitchFamily="34" charset="0"/>
                <a:cs typeface="Calibri" panose="020F0502020204030204" pitchFamily="34" charset="0"/>
              </a:rPr>
              <a:t>  </a:t>
            </a:r>
            <a:r>
              <a:rPr lang="en-US" sz="2400" dirty="0">
                <a:latin typeface="Calibri" panose="020F0502020204030204" pitchFamily="34" charset="0"/>
                <a:ea typeface="Calibri" panose="020F0502020204030204" pitchFamily="34" charset="0"/>
                <a:cs typeface="Calibri" panose="020F0502020204030204" pitchFamily="34" charset="0"/>
              </a:rPr>
              <a:t>Problem Statement                                </a:t>
            </a:r>
            <a:r>
              <a:rPr lang="en-US" sz="2800" dirty="0">
                <a:latin typeface="Calibri" panose="020F0502020204030204" pitchFamily="34" charset="0"/>
                <a:ea typeface="Calibri" panose="020F0502020204030204" pitchFamily="34" charset="0"/>
                <a:cs typeface="Calibri" panose="020F0502020204030204" pitchFamily="34" charset="0"/>
              </a:rPr>
              <a:t>6.</a:t>
            </a:r>
            <a:r>
              <a:rPr lang="en-US" sz="2400" dirty="0">
                <a:latin typeface="Calibri" panose="020F0502020204030204" pitchFamily="34" charset="0"/>
                <a:ea typeface="Calibri" panose="020F0502020204030204" pitchFamily="34" charset="0"/>
                <a:cs typeface="Calibri" panose="020F0502020204030204" pitchFamily="34" charset="0"/>
              </a:rPr>
              <a:t>  Data Visualization And Analysis</a:t>
            </a:r>
          </a:p>
          <a:p>
            <a:pPr marL="0" indent="0" algn="just">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US" sz="2800" dirty="0">
                <a:latin typeface="Calibri" panose="020F0502020204030204" pitchFamily="34" charset="0"/>
                <a:ea typeface="Calibri" panose="020F0502020204030204" pitchFamily="34" charset="0"/>
                <a:cs typeface="Calibri" panose="020F0502020204030204" pitchFamily="34" charset="0"/>
              </a:rPr>
              <a:t>3.</a:t>
            </a:r>
            <a:r>
              <a:rPr lang="en-US" dirty="0">
                <a:latin typeface="Calibri" panose="020F0502020204030204" pitchFamily="34" charset="0"/>
                <a:ea typeface="Calibri" panose="020F0502020204030204" pitchFamily="34" charset="0"/>
                <a:cs typeface="Calibri" panose="020F0502020204030204" pitchFamily="34" charset="0"/>
              </a:rPr>
              <a:t>  </a:t>
            </a:r>
            <a:r>
              <a:rPr lang="en-US" sz="2400" dirty="0">
                <a:latin typeface="Calibri" panose="020F0502020204030204" pitchFamily="34" charset="0"/>
                <a:ea typeface="Calibri" panose="020F0502020204030204" pitchFamily="34" charset="0"/>
                <a:cs typeface="Calibri" panose="020F0502020204030204" pitchFamily="34" charset="0"/>
              </a:rPr>
              <a:t>Columns        </a:t>
            </a:r>
            <a:r>
              <a:rPr lang="en-US" dirty="0">
                <a:latin typeface="Calibri" panose="020F0502020204030204" pitchFamily="34" charset="0"/>
                <a:ea typeface="Calibri" panose="020F0502020204030204" pitchFamily="34" charset="0"/>
                <a:cs typeface="Calibri" panose="020F0502020204030204" pitchFamily="34" charset="0"/>
              </a:rPr>
              <a:t>                                                         </a:t>
            </a:r>
            <a:r>
              <a:rPr lang="en-US" sz="2800" dirty="0">
                <a:latin typeface="Calibri" panose="020F0502020204030204" pitchFamily="34" charset="0"/>
                <a:ea typeface="Calibri" panose="020F0502020204030204" pitchFamily="34" charset="0"/>
                <a:cs typeface="Calibri" panose="020F0502020204030204" pitchFamily="34" charset="0"/>
              </a:rPr>
              <a:t>7.</a:t>
            </a:r>
            <a:r>
              <a:rPr lang="en-US" dirty="0">
                <a:latin typeface="Calibri" panose="020F0502020204030204" pitchFamily="34" charset="0"/>
                <a:ea typeface="Calibri" panose="020F0502020204030204" pitchFamily="34" charset="0"/>
                <a:cs typeface="Calibri" panose="020F0502020204030204" pitchFamily="34" charset="0"/>
              </a:rPr>
              <a:t>  </a:t>
            </a:r>
            <a:r>
              <a:rPr lang="en-US" sz="2400" dirty="0">
                <a:latin typeface="Calibri" panose="020F0502020204030204" pitchFamily="34" charset="0"/>
                <a:ea typeface="Calibri" panose="020F0502020204030204" pitchFamily="34" charset="0"/>
                <a:cs typeface="Calibri" panose="020F0502020204030204" pitchFamily="34" charset="0"/>
              </a:rPr>
              <a:t>Conclusion</a:t>
            </a:r>
          </a:p>
          <a:p>
            <a:pPr marL="0" indent="0" algn="just">
              <a:buNone/>
            </a:pPr>
            <a:endParaRPr lang="en-US" dirty="0">
              <a:latin typeface="Calibri" panose="020F0502020204030204" pitchFamily="34" charset="0"/>
              <a:ea typeface="Calibri" panose="020F0502020204030204" pitchFamily="34" charset="0"/>
              <a:cs typeface="Calibri" panose="020F0502020204030204" pitchFamily="34" charset="0"/>
            </a:endParaRPr>
          </a:p>
          <a:p>
            <a:pPr marL="0" indent="0" algn="just">
              <a:buNone/>
            </a:pPr>
            <a:r>
              <a:rPr lang="en-US" sz="2800" dirty="0">
                <a:latin typeface="Calibri" panose="020F0502020204030204" pitchFamily="34" charset="0"/>
                <a:ea typeface="Calibri" panose="020F0502020204030204" pitchFamily="34" charset="0"/>
                <a:cs typeface="Calibri" panose="020F0502020204030204" pitchFamily="34" charset="0"/>
              </a:rPr>
              <a:t>4.</a:t>
            </a:r>
            <a:r>
              <a:rPr lang="en-US" dirty="0">
                <a:latin typeface="Calibri" panose="020F0502020204030204" pitchFamily="34" charset="0"/>
                <a:ea typeface="Calibri" panose="020F0502020204030204" pitchFamily="34" charset="0"/>
                <a:cs typeface="Calibri" panose="020F0502020204030204" pitchFamily="34" charset="0"/>
              </a:rPr>
              <a:t>  </a:t>
            </a:r>
            <a:r>
              <a:rPr lang="en-US" sz="2400" dirty="0">
                <a:latin typeface="Calibri" panose="020F0502020204030204" pitchFamily="34" charset="0"/>
                <a:ea typeface="Calibri" panose="020F0502020204030204" pitchFamily="34" charset="0"/>
                <a:cs typeface="Calibri" panose="020F0502020204030204" pitchFamily="34" charset="0"/>
              </a:rPr>
              <a:t>Data Cleaning</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645357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FDA9FF-E0B5-9D1F-C82D-82EE48DB1D4E}"/>
              </a:ext>
            </a:extLst>
          </p:cNvPr>
          <p:cNvSpPr>
            <a:spLocks noGrp="1"/>
          </p:cNvSpPr>
          <p:nvPr>
            <p:ph type="title"/>
          </p:nvPr>
        </p:nvSpPr>
        <p:spPr>
          <a:xfrm>
            <a:off x="1360714" y="569682"/>
            <a:ext cx="10143898" cy="867232"/>
          </a:xfrm>
        </p:spPr>
        <p:txBody>
          <a:bodyPr>
            <a:normAutofit fontScale="90000"/>
          </a:bodyPr>
          <a:lstStyle/>
          <a:p>
            <a:r>
              <a:rPr lang="en-IN" b="1" dirty="0"/>
              <a:t>   </a:t>
            </a:r>
            <a:r>
              <a:rPr lang="en-IN" sz="4900" b="1" dirty="0"/>
              <a:t>Project overview</a:t>
            </a:r>
            <a:br>
              <a:rPr lang="en-IN" dirty="0"/>
            </a:br>
            <a:endParaRPr lang="en-IN" dirty="0"/>
          </a:p>
        </p:txBody>
      </p:sp>
      <p:sp>
        <p:nvSpPr>
          <p:cNvPr id="3" name="Content Placeholder 2">
            <a:extLst>
              <a:ext uri="{FF2B5EF4-FFF2-40B4-BE49-F238E27FC236}">
                <a16:creationId xmlns:a16="http://schemas.microsoft.com/office/drawing/2014/main" id="{0B25311C-37AA-FA25-947A-6E4FC8306AC5}"/>
              </a:ext>
            </a:extLst>
          </p:cNvPr>
          <p:cNvSpPr>
            <a:spLocks noGrp="1"/>
          </p:cNvSpPr>
          <p:nvPr>
            <p:ph idx="1"/>
          </p:nvPr>
        </p:nvSpPr>
        <p:spPr>
          <a:xfrm>
            <a:off x="968829" y="2024743"/>
            <a:ext cx="10535783" cy="3287486"/>
          </a:xfrm>
        </p:spPr>
        <p:txBody>
          <a:bodyPr/>
          <a:lstStyle/>
          <a:p>
            <a:pPr lvl="0" algn="just"/>
            <a:r>
              <a:rPr lang="en-IN" sz="2000" dirty="0">
                <a:latin typeface="Calibri" panose="020F0502020204030204" pitchFamily="34" charset="0"/>
                <a:ea typeface="Calibri" panose="020F0502020204030204" pitchFamily="34" charset="0"/>
                <a:cs typeface="Calibri" panose="020F0502020204030204" pitchFamily="34" charset="0"/>
              </a:rPr>
              <a:t>This project analyses  the Hotel performance of City Hotel and Resort Hotel during the period 2015 to 2017.</a:t>
            </a:r>
          </a:p>
          <a:p>
            <a:pPr lvl="0" algn="just"/>
            <a:r>
              <a:rPr lang="en-IN" sz="2000" dirty="0">
                <a:latin typeface="Calibri" panose="020F0502020204030204" pitchFamily="34" charset="0"/>
                <a:ea typeface="Calibri" panose="020F0502020204030204" pitchFamily="34" charset="0"/>
                <a:cs typeface="Calibri" panose="020F0502020204030204" pitchFamily="34" charset="0"/>
              </a:rPr>
              <a:t>The study focuses on booking trends, customer Behaviour, cancellation rates, occupancy levels, and revenue performance.</a:t>
            </a:r>
          </a:p>
          <a:p>
            <a:pPr lvl="0" algn="just"/>
            <a:r>
              <a:rPr lang="en-IN" sz="2000" dirty="0">
                <a:latin typeface="Calibri" panose="020F0502020204030204" pitchFamily="34" charset="0"/>
                <a:ea typeface="Calibri" panose="020F0502020204030204" pitchFamily="34" charset="0"/>
                <a:cs typeface="Calibri" panose="020F0502020204030204" pitchFamily="34" charset="0"/>
              </a:rPr>
              <a:t>It also studies different booking channels and pricing trends.</a:t>
            </a:r>
          </a:p>
          <a:p>
            <a:pPr lvl="0" algn="just"/>
            <a:r>
              <a:rPr lang="en-IN" sz="2000" dirty="0">
                <a:latin typeface="Calibri" panose="020F0502020204030204" pitchFamily="34" charset="0"/>
                <a:ea typeface="Calibri" panose="020F0502020204030204" pitchFamily="34" charset="0"/>
                <a:cs typeface="Calibri" panose="020F0502020204030204" pitchFamily="34" charset="0"/>
              </a:rPr>
              <a:t>By studying key performance indicators and market trends, the project provides useful insights to improve hotel operations, increase revenue, and support long-term business growth for both hotels.</a:t>
            </a:r>
          </a:p>
          <a:p>
            <a:endParaRPr lang="en-IN" dirty="0"/>
          </a:p>
        </p:txBody>
      </p:sp>
    </p:spTree>
    <p:extLst>
      <p:ext uri="{BB962C8B-B14F-4D97-AF65-F5344CB8AC3E}">
        <p14:creationId xmlns:p14="http://schemas.microsoft.com/office/powerpoint/2010/main" val="42084734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07EA2-14C5-A770-6EA4-869F55B24A1F}"/>
              </a:ext>
            </a:extLst>
          </p:cNvPr>
          <p:cNvSpPr>
            <a:spLocks noGrp="1"/>
          </p:cNvSpPr>
          <p:nvPr>
            <p:ph type="title"/>
          </p:nvPr>
        </p:nvSpPr>
        <p:spPr>
          <a:xfrm>
            <a:off x="1861459" y="569681"/>
            <a:ext cx="10013268" cy="1008747"/>
          </a:xfrm>
        </p:spPr>
        <p:txBody>
          <a:bodyPr>
            <a:normAutofit/>
          </a:bodyPr>
          <a:lstStyle/>
          <a:p>
            <a:r>
              <a:rPr lang="en-IN" sz="4400" b="1" dirty="0"/>
              <a:t> Problem Statement</a:t>
            </a:r>
            <a:endParaRPr lang="en-IN" sz="4400" dirty="0"/>
          </a:p>
        </p:txBody>
      </p:sp>
      <p:sp>
        <p:nvSpPr>
          <p:cNvPr id="3" name="Content Placeholder 2">
            <a:extLst>
              <a:ext uri="{FF2B5EF4-FFF2-40B4-BE49-F238E27FC236}">
                <a16:creationId xmlns:a16="http://schemas.microsoft.com/office/drawing/2014/main" id="{4ADACC01-1163-F0DB-3054-7808741FAD33}"/>
              </a:ext>
            </a:extLst>
          </p:cNvPr>
          <p:cNvSpPr>
            <a:spLocks noGrp="1"/>
          </p:cNvSpPr>
          <p:nvPr>
            <p:ph idx="1"/>
          </p:nvPr>
        </p:nvSpPr>
        <p:spPr>
          <a:xfrm>
            <a:off x="1758043" y="1959428"/>
            <a:ext cx="8915400" cy="3777622"/>
          </a:xfrm>
        </p:spPr>
        <p:txBody>
          <a:bodyPr/>
          <a:lstStyle/>
          <a:p>
            <a:pPr marL="0" indent="0">
              <a:buNone/>
            </a:pPr>
            <a:endParaRPr lang="en-IN" dirty="0"/>
          </a:p>
          <a:p>
            <a:pPr lvl="0" algn="just"/>
            <a:r>
              <a:rPr lang="en-IN" sz="2000" dirty="0">
                <a:latin typeface="Calibri" panose="020F0502020204030204" pitchFamily="34" charset="0"/>
                <a:ea typeface="Calibri" panose="020F0502020204030204" pitchFamily="34" charset="0"/>
                <a:cs typeface="Calibri" panose="020F0502020204030204" pitchFamily="34" charset="0"/>
              </a:rPr>
              <a:t>This dataset contains booking details for a City Hotel and a Resort Hotel.</a:t>
            </a:r>
          </a:p>
          <a:p>
            <a:pPr lvl="0" algn="just"/>
            <a:r>
              <a:rPr lang="en-IN" sz="2000" dirty="0">
                <a:latin typeface="Calibri" panose="020F0502020204030204" pitchFamily="34" charset="0"/>
                <a:ea typeface="Calibri" panose="020F0502020204030204" pitchFamily="34" charset="0"/>
                <a:cs typeface="Calibri" panose="020F0502020204030204" pitchFamily="34" charset="0"/>
              </a:rPr>
              <a:t>It includes information like booking date, number of adults, children, and babies, parking availability, and booking agent.</a:t>
            </a:r>
          </a:p>
          <a:p>
            <a:pPr lvl="0" algn="just"/>
            <a:r>
              <a:rPr lang="en-IN" sz="2000" dirty="0">
                <a:latin typeface="Calibri" panose="020F0502020204030204" pitchFamily="34" charset="0"/>
                <a:ea typeface="Calibri" panose="020F0502020204030204" pitchFamily="34" charset="0"/>
                <a:cs typeface="Calibri" panose="020F0502020204030204" pitchFamily="34" charset="0"/>
              </a:rPr>
              <a:t>The goal of this project is to analysis the data to find the key factors that influence hotel bookings, cancellations, and occupancy</a:t>
            </a:r>
            <a:r>
              <a:rPr lang="en-IN" dirty="0">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795698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69FB3B-C018-27CD-7192-D7512C190623}"/>
              </a:ext>
            </a:extLst>
          </p:cNvPr>
          <p:cNvSpPr>
            <a:spLocks noGrp="1"/>
          </p:cNvSpPr>
          <p:nvPr>
            <p:ph type="title"/>
          </p:nvPr>
        </p:nvSpPr>
        <p:spPr>
          <a:xfrm>
            <a:off x="1638300" y="622018"/>
            <a:ext cx="9376455" cy="780147"/>
          </a:xfrm>
        </p:spPr>
        <p:txBody>
          <a:bodyPr>
            <a:normAutofit fontScale="90000"/>
          </a:bodyPr>
          <a:lstStyle/>
          <a:p>
            <a:r>
              <a:rPr lang="en-IN" sz="4900" b="1" dirty="0"/>
              <a:t>Columns</a:t>
            </a:r>
            <a:br>
              <a:rPr lang="en-IN" dirty="0"/>
            </a:br>
            <a:endParaRPr lang="en-IN" dirty="0"/>
          </a:p>
        </p:txBody>
      </p:sp>
      <p:sp>
        <p:nvSpPr>
          <p:cNvPr id="3" name="Content Placeholder 2">
            <a:extLst>
              <a:ext uri="{FF2B5EF4-FFF2-40B4-BE49-F238E27FC236}">
                <a16:creationId xmlns:a16="http://schemas.microsoft.com/office/drawing/2014/main" id="{292BE863-774A-BF70-463C-F970D9793382}"/>
              </a:ext>
            </a:extLst>
          </p:cNvPr>
          <p:cNvSpPr>
            <a:spLocks noGrp="1"/>
          </p:cNvSpPr>
          <p:nvPr>
            <p:ph idx="1"/>
          </p:nvPr>
        </p:nvSpPr>
        <p:spPr>
          <a:xfrm>
            <a:off x="1638300" y="1502229"/>
            <a:ext cx="8915400" cy="4343679"/>
          </a:xfrm>
        </p:spPr>
        <p:txBody>
          <a:bodyPr/>
          <a:lstStyle/>
          <a:p>
            <a:pPr marL="0" indent="0">
              <a:buNone/>
            </a:pPr>
            <a:r>
              <a:rPr lang="en-IN" dirty="0"/>
              <a:t> </a:t>
            </a:r>
            <a:r>
              <a:rPr lang="en-IN" sz="2000" dirty="0">
                <a:latin typeface="Calibri" panose="020F0502020204030204" pitchFamily="34" charset="0"/>
                <a:ea typeface="Calibri" panose="020F0502020204030204" pitchFamily="34" charset="0"/>
                <a:cs typeface="Calibri" panose="020F0502020204030204" pitchFamily="34" charset="0"/>
              </a:rPr>
              <a:t>We have 32  columns which are given below: </a:t>
            </a:r>
          </a:p>
          <a:p>
            <a:pPr marL="0" indent="0">
              <a:buNone/>
            </a:pPr>
            <a:endParaRPr lang="en-IN" sz="20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en-IN" sz="2000" dirty="0">
                <a:latin typeface="Calibri" panose="020F0502020204030204" pitchFamily="34" charset="0"/>
                <a:ea typeface="Calibri" panose="020F0502020204030204" pitchFamily="34" charset="0"/>
                <a:cs typeface="Calibri" panose="020F0502020204030204" pitchFamily="34" charset="0"/>
              </a:rPr>
              <a:t>Hotel, Is Cancelled, Lead Time, arrival Date Year, arrival_ Date Month, arrival Date Week Number, arrival Date_ Day Of Month, Stay In Weekend Nights, Stay In Week Nights, Adults, Children, Babies, Meal, Country, Market Segment, Distribution channel, Is Repeated Guest, Previous Cancellations, Previous Booking Not Cancelled, Reserved room type, Assign Room Type, Booking Change, Deposit type, Agent, Company, Day In Waiting list, Customer Type, ADR, Required Car Parking Space, Total Of Special Request, Reservation Status, Reservation Status Date.</a:t>
            </a:r>
          </a:p>
          <a:p>
            <a:pPr marL="0" indent="0">
              <a:buNone/>
            </a:pPr>
            <a:r>
              <a:rPr lang="en-IN" sz="2000" dirty="0">
                <a:latin typeface="Calibri" panose="020F0502020204030204" pitchFamily="34" charset="0"/>
                <a:ea typeface="Calibri" panose="020F0502020204030204" pitchFamily="34" charset="0"/>
                <a:cs typeface="Calibri" panose="020F0502020204030204" pitchFamily="34" charset="0"/>
              </a:rPr>
              <a:t> </a:t>
            </a:r>
          </a:p>
          <a:p>
            <a:endParaRPr lang="en-IN" dirty="0"/>
          </a:p>
        </p:txBody>
      </p:sp>
    </p:spTree>
    <p:extLst>
      <p:ext uri="{BB962C8B-B14F-4D97-AF65-F5344CB8AC3E}">
        <p14:creationId xmlns:p14="http://schemas.microsoft.com/office/powerpoint/2010/main" val="21986943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AA018-3B85-881E-2D7E-8676CE0E22A0}"/>
              </a:ext>
            </a:extLst>
          </p:cNvPr>
          <p:cNvSpPr>
            <a:spLocks noGrp="1"/>
          </p:cNvSpPr>
          <p:nvPr>
            <p:ph type="title"/>
          </p:nvPr>
        </p:nvSpPr>
        <p:spPr>
          <a:xfrm>
            <a:off x="1877786" y="633183"/>
            <a:ext cx="9866312" cy="758376"/>
          </a:xfrm>
        </p:spPr>
        <p:txBody>
          <a:bodyPr>
            <a:noAutofit/>
          </a:bodyPr>
          <a:lstStyle/>
          <a:p>
            <a:r>
              <a:rPr lang="en-IN" sz="4400" b="1" dirty="0"/>
              <a:t>Data Cleaning</a:t>
            </a:r>
            <a:endParaRPr lang="en-IN" sz="4400" dirty="0"/>
          </a:p>
        </p:txBody>
      </p:sp>
      <p:sp>
        <p:nvSpPr>
          <p:cNvPr id="3" name="Content Placeholder 2">
            <a:extLst>
              <a:ext uri="{FF2B5EF4-FFF2-40B4-BE49-F238E27FC236}">
                <a16:creationId xmlns:a16="http://schemas.microsoft.com/office/drawing/2014/main" id="{F85E781D-9DE1-A274-3DD3-EC86C65DCD49}"/>
              </a:ext>
            </a:extLst>
          </p:cNvPr>
          <p:cNvSpPr>
            <a:spLocks noGrp="1"/>
          </p:cNvSpPr>
          <p:nvPr>
            <p:ph idx="1"/>
          </p:nvPr>
        </p:nvSpPr>
        <p:spPr>
          <a:xfrm>
            <a:off x="1877786" y="2547257"/>
            <a:ext cx="8915400" cy="3298372"/>
          </a:xfrm>
        </p:spPr>
        <p:txBody>
          <a:bodyPr/>
          <a:lstStyle/>
          <a:p>
            <a:pPr algn="just"/>
            <a:r>
              <a:rPr lang="en-US" sz="2000" dirty="0">
                <a:latin typeface="Calibri" panose="020F0502020204030204" pitchFamily="34" charset="0"/>
                <a:ea typeface="Calibri" panose="020F0502020204030204" pitchFamily="34" charset="0"/>
                <a:cs typeface="Calibri" panose="020F0502020204030204" pitchFamily="34" charset="0"/>
              </a:rPr>
              <a:t>The original dataset had 1,19,390 records.</a:t>
            </a:r>
          </a:p>
          <a:p>
            <a:pPr algn="just"/>
            <a:r>
              <a:rPr lang="en-US" sz="2000" dirty="0">
                <a:latin typeface="Calibri" panose="020F0502020204030204" pitchFamily="34" charset="0"/>
                <a:ea typeface="Calibri" panose="020F0502020204030204" pitchFamily="34" charset="0"/>
                <a:cs typeface="Calibri" panose="020F0502020204030204" pitchFamily="34" charset="0"/>
              </a:rPr>
              <a:t>4 error records were identified and removed.</a:t>
            </a:r>
          </a:p>
          <a:p>
            <a:pPr algn="just"/>
            <a:r>
              <a:rPr lang="en-US" sz="2000" dirty="0">
                <a:latin typeface="Calibri" panose="020F0502020204030204" pitchFamily="34" charset="0"/>
                <a:ea typeface="Calibri" panose="020F0502020204030204" pitchFamily="34" charset="0"/>
                <a:cs typeface="Calibri" panose="020F0502020204030204" pitchFamily="34" charset="0"/>
              </a:rPr>
              <a:t>After removing errors, 1,19,386 records remained.</a:t>
            </a:r>
          </a:p>
          <a:p>
            <a:pPr algn="just"/>
            <a:r>
              <a:rPr lang="en-US" sz="2000" dirty="0">
                <a:latin typeface="Calibri" panose="020F0502020204030204" pitchFamily="34" charset="0"/>
                <a:ea typeface="Calibri" panose="020F0502020204030204" pitchFamily="34" charset="0"/>
                <a:cs typeface="Calibri" panose="020F0502020204030204" pitchFamily="34" charset="0"/>
              </a:rPr>
              <a:t>31,994 duplicate records were found in the data.</a:t>
            </a:r>
          </a:p>
          <a:p>
            <a:pPr algn="just"/>
            <a:r>
              <a:rPr lang="en-US" sz="2000" dirty="0">
                <a:latin typeface="Calibri" panose="020F0502020204030204" pitchFamily="34" charset="0"/>
                <a:ea typeface="Calibri" panose="020F0502020204030204" pitchFamily="34" charset="0"/>
                <a:cs typeface="Calibri" panose="020F0502020204030204" pitchFamily="34" charset="0"/>
              </a:rPr>
              <a:t>After removing duplicates, 87,392 clean records remained.</a:t>
            </a:r>
          </a:p>
          <a:p>
            <a:pPr algn="just"/>
            <a:r>
              <a:rPr lang="en-US" sz="2000" dirty="0">
                <a:latin typeface="Calibri" panose="020F0502020204030204" pitchFamily="34" charset="0"/>
                <a:ea typeface="Calibri" panose="020F0502020204030204" pitchFamily="34" charset="0"/>
                <a:cs typeface="Calibri" panose="020F0502020204030204" pitchFamily="34" charset="0"/>
              </a:rPr>
              <a:t>After adding total people column 172 More error records identified and removed.</a:t>
            </a:r>
          </a:p>
          <a:p>
            <a:pPr algn="just"/>
            <a:r>
              <a:rPr lang="en-US" sz="2000" dirty="0">
                <a:latin typeface="Calibri" panose="020F0502020204030204" pitchFamily="34" charset="0"/>
                <a:ea typeface="Calibri" panose="020F0502020204030204" pitchFamily="34" charset="0"/>
                <a:cs typeface="Calibri" panose="020F0502020204030204" pitchFamily="34" charset="0"/>
              </a:rPr>
              <a:t>After removing errors, 87220 clean records remained.</a:t>
            </a:r>
          </a:p>
          <a:p>
            <a:pPr marL="0" indent="0">
              <a:buNone/>
            </a:pPr>
            <a:endParaRPr lang="en-US" sz="2000" dirty="0"/>
          </a:p>
          <a:p>
            <a:pPr marL="0" indent="0">
              <a:buNone/>
            </a:pPr>
            <a:endParaRPr lang="en-IN" dirty="0"/>
          </a:p>
        </p:txBody>
      </p:sp>
      <p:sp>
        <p:nvSpPr>
          <p:cNvPr id="5" name="TextBox 4">
            <a:extLst>
              <a:ext uri="{FF2B5EF4-FFF2-40B4-BE49-F238E27FC236}">
                <a16:creationId xmlns:a16="http://schemas.microsoft.com/office/drawing/2014/main" id="{1867511F-C034-F96F-E97B-A1AB02A8ECF4}"/>
              </a:ext>
            </a:extLst>
          </p:cNvPr>
          <p:cNvSpPr txBox="1"/>
          <p:nvPr/>
        </p:nvSpPr>
        <p:spPr>
          <a:xfrm>
            <a:off x="1877786" y="1600076"/>
            <a:ext cx="8556171" cy="369332"/>
          </a:xfrm>
          <a:prstGeom prst="rect">
            <a:avLst/>
          </a:prstGeom>
          <a:noFill/>
        </p:spPr>
        <p:txBody>
          <a:bodyPr wrap="square" lIns="0" tIns="0" rIns="0" bIns="0" rtlCol="0">
            <a:spAutoFit/>
          </a:bodyPr>
          <a:lstStyle/>
          <a:p>
            <a:r>
              <a:rPr lang="en-US" sz="2400" dirty="0"/>
              <a:t>1. </a:t>
            </a:r>
            <a:r>
              <a:rPr lang="en-US" sz="2400" dirty="0">
                <a:latin typeface="Calibri" panose="020F0502020204030204" pitchFamily="34" charset="0"/>
                <a:ea typeface="Calibri" panose="020F0502020204030204" pitchFamily="34" charset="0"/>
                <a:cs typeface="Calibri" panose="020F0502020204030204" pitchFamily="34" charset="0"/>
              </a:rPr>
              <a:t>Removing Errors &amp; Duplicates</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479559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A10CB-AE73-94FB-F541-E9B888828DD8}"/>
              </a:ext>
            </a:extLst>
          </p:cNvPr>
          <p:cNvSpPr>
            <a:spLocks noGrp="1"/>
          </p:cNvSpPr>
          <p:nvPr>
            <p:ph type="title"/>
          </p:nvPr>
        </p:nvSpPr>
        <p:spPr>
          <a:xfrm>
            <a:off x="1772783" y="552961"/>
            <a:ext cx="9133115" cy="703947"/>
          </a:xfrm>
        </p:spPr>
        <p:txBody>
          <a:bodyPr>
            <a:normAutofit fontScale="90000"/>
          </a:bodyPr>
          <a:lstStyle/>
          <a:p>
            <a:r>
              <a:rPr lang="en-IN" sz="4900" b="1" dirty="0"/>
              <a:t>Data Cleaning</a:t>
            </a:r>
            <a:br>
              <a:rPr lang="en-IN" sz="2400" b="1" dirty="0"/>
            </a:br>
            <a:endParaRPr lang="en-IN" sz="2400" dirty="0">
              <a:solidFill>
                <a:schemeClr val="tx1">
                  <a:lumMod val="75000"/>
                  <a:lumOff val="25000"/>
                </a:schemeClr>
              </a:solidFill>
            </a:endParaRPr>
          </a:p>
        </p:txBody>
      </p:sp>
      <p:sp>
        <p:nvSpPr>
          <p:cNvPr id="3" name="Content Placeholder 2">
            <a:extLst>
              <a:ext uri="{FF2B5EF4-FFF2-40B4-BE49-F238E27FC236}">
                <a16:creationId xmlns:a16="http://schemas.microsoft.com/office/drawing/2014/main" id="{C2C68E65-4C96-260A-6349-531488447B75}"/>
              </a:ext>
            </a:extLst>
          </p:cNvPr>
          <p:cNvSpPr>
            <a:spLocks noGrp="1"/>
          </p:cNvSpPr>
          <p:nvPr>
            <p:ph idx="1"/>
          </p:nvPr>
        </p:nvSpPr>
        <p:spPr>
          <a:xfrm>
            <a:off x="1772783" y="2557557"/>
            <a:ext cx="8915400" cy="3777622"/>
          </a:xfrm>
        </p:spPr>
        <p:txBody>
          <a:bodyPr/>
          <a:lstStyle/>
          <a:p>
            <a:pPr algn="just"/>
            <a:r>
              <a:rPr lang="en-US" dirty="0">
                <a:latin typeface="Calibri" panose="020F0502020204030204" pitchFamily="34" charset="0"/>
                <a:ea typeface="Calibri" panose="020F0502020204030204" pitchFamily="34" charset="0"/>
                <a:cs typeface="Calibri" panose="020F0502020204030204" pitchFamily="34" charset="0"/>
              </a:rPr>
              <a:t>Some columns had missing values, mainly Agent and Country.</a:t>
            </a:r>
          </a:p>
          <a:p>
            <a:pPr algn="just"/>
            <a:r>
              <a:rPr lang="en-US" dirty="0">
                <a:latin typeface="Calibri" panose="020F0502020204030204" pitchFamily="34" charset="0"/>
                <a:ea typeface="Calibri" panose="020F0502020204030204" pitchFamily="34" charset="0"/>
                <a:cs typeface="Calibri" panose="020F0502020204030204" pitchFamily="34" charset="0"/>
              </a:rPr>
              <a:t>Missing values in the Agent column were replaced with “Direct Booking”.</a:t>
            </a:r>
          </a:p>
          <a:p>
            <a:pPr algn="just"/>
            <a:r>
              <a:rPr lang="en-US" dirty="0">
                <a:latin typeface="Calibri" panose="020F0502020204030204" pitchFamily="34" charset="0"/>
                <a:ea typeface="Calibri" panose="020F0502020204030204" pitchFamily="34" charset="0"/>
                <a:cs typeface="Calibri" panose="020F0502020204030204" pitchFamily="34" charset="0"/>
              </a:rPr>
              <a:t>Missing values in the Country column were replaced with “Self Country”.</a:t>
            </a:r>
          </a:p>
          <a:p>
            <a:pPr algn="just"/>
            <a:r>
              <a:rPr lang="en-US" dirty="0">
                <a:latin typeface="Calibri" panose="020F0502020204030204" pitchFamily="34" charset="0"/>
                <a:ea typeface="Calibri" panose="020F0502020204030204" pitchFamily="34" charset="0"/>
                <a:cs typeface="Calibri" panose="020F0502020204030204" pitchFamily="34" charset="0"/>
              </a:rPr>
              <a:t>The Company column had about 93% missing values.</a:t>
            </a:r>
          </a:p>
          <a:p>
            <a:pPr algn="just"/>
            <a:r>
              <a:rPr lang="en-US" dirty="0">
                <a:latin typeface="Calibri" panose="020F0502020204030204" pitchFamily="34" charset="0"/>
                <a:ea typeface="Calibri" panose="020F0502020204030204" pitchFamily="34" charset="0"/>
                <a:cs typeface="Calibri" panose="020F0502020204030204" pitchFamily="34" charset="0"/>
              </a:rPr>
              <a:t>Due to high missing data, the Company column was removed.</a:t>
            </a:r>
          </a:p>
          <a:p>
            <a:pPr algn="just"/>
            <a:r>
              <a:rPr lang="en-US" dirty="0">
                <a:latin typeface="Calibri" panose="020F0502020204030204" pitchFamily="34" charset="0"/>
                <a:ea typeface="Calibri" panose="020F0502020204030204" pitchFamily="34" charset="0"/>
                <a:cs typeface="Calibri" panose="020F0502020204030204" pitchFamily="34" charset="0"/>
              </a:rPr>
              <a:t>These steps improved data quality and accuracy for analysis.</a:t>
            </a:r>
          </a:p>
          <a:p>
            <a:pPr marL="0" indent="0">
              <a:buNone/>
            </a:pPr>
            <a:endParaRPr lang="en-IN" dirty="0"/>
          </a:p>
        </p:txBody>
      </p:sp>
      <p:sp>
        <p:nvSpPr>
          <p:cNvPr id="5" name="TextBox 4">
            <a:extLst>
              <a:ext uri="{FF2B5EF4-FFF2-40B4-BE49-F238E27FC236}">
                <a16:creationId xmlns:a16="http://schemas.microsoft.com/office/drawing/2014/main" id="{69010E87-44C7-973D-6023-CE4FE5DFFF04}"/>
              </a:ext>
            </a:extLst>
          </p:cNvPr>
          <p:cNvSpPr txBox="1"/>
          <p:nvPr/>
        </p:nvSpPr>
        <p:spPr>
          <a:xfrm>
            <a:off x="1772783" y="1676400"/>
            <a:ext cx="8764588" cy="461665"/>
          </a:xfrm>
          <a:prstGeom prst="rect">
            <a:avLst/>
          </a:prstGeom>
          <a:noFill/>
        </p:spPr>
        <p:txBody>
          <a:bodyPr wrap="square" rtlCol="0">
            <a:spAutoFit/>
          </a:bodyPr>
          <a:lstStyle/>
          <a:p>
            <a:r>
              <a:rPr lang="en-US" sz="2400" dirty="0"/>
              <a:t>2</a:t>
            </a:r>
            <a:r>
              <a:rPr lang="en-US" sz="2400" dirty="0">
                <a:latin typeface="Calibri" panose="020F0502020204030204" pitchFamily="34" charset="0"/>
                <a:ea typeface="Calibri" panose="020F0502020204030204" pitchFamily="34" charset="0"/>
                <a:cs typeface="Calibri" panose="020F0502020204030204" pitchFamily="34" charset="0"/>
              </a:rPr>
              <a:t>.Handling Nulls &amp;Missing Values</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641969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6B9FB-B946-F57E-1D74-CD749E5E698C}"/>
              </a:ext>
            </a:extLst>
          </p:cNvPr>
          <p:cNvSpPr>
            <a:spLocks noGrp="1"/>
          </p:cNvSpPr>
          <p:nvPr>
            <p:ph type="title"/>
          </p:nvPr>
        </p:nvSpPr>
        <p:spPr>
          <a:xfrm>
            <a:off x="1761898" y="569682"/>
            <a:ext cx="9176657" cy="878119"/>
          </a:xfrm>
        </p:spPr>
        <p:txBody>
          <a:bodyPr>
            <a:normAutofit/>
          </a:bodyPr>
          <a:lstStyle/>
          <a:p>
            <a:r>
              <a:rPr lang="en-IN" sz="4400" b="1" dirty="0"/>
              <a:t>Data Cleaning</a:t>
            </a:r>
            <a:endParaRPr lang="en-IN" sz="4400" dirty="0"/>
          </a:p>
        </p:txBody>
      </p:sp>
      <p:sp>
        <p:nvSpPr>
          <p:cNvPr id="3" name="Content Placeholder 2">
            <a:extLst>
              <a:ext uri="{FF2B5EF4-FFF2-40B4-BE49-F238E27FC236}">
                <a16:creationId xmlns:a16="http://schemas.microsoft.com/office/drawing/2014/main" id="{BEA52C7F-A963-537E-D9E7-7516720CD24B}"/>
              </a:ext>
            </a:extLst>
          </p:cNvPr>
          <p:cNvSpPr>
            <a:spLocks noGrp="1"/>
          </p:cNvSpPr>
          <p:nvPr>
            <p:ph idx="1"/>
          </p:nvPr>
        </p:nvSpPr>
        <p:spPr>
          <a:xfrm>
            <a:off x="1638300" y="2510696"/>
            <a:ext cx="8915400" cy="3777622"/>
          </a:xfrm>
        </p:spPr>
        <p:txBody>
          <a:bodyPr/>
          <a:lstStyle/>
          <a:p>
            <a:pPr algn="just"/>
            <a:r>
              <a:rPr lang="en-US" dirty="0">
                <a:latin typeface="Calibri" panose="020F0502020204030204" pitchFamily="34" charset="0"/>
                <a:ea typeface="Calibri" panose="020F0502020204030204" pitchFamily="34" charset="0"/>
                <a:cs typeface="Calibri" panose="020F0502020204030204" pitchFamily="34" charset="0"/>
              </a:rPr>
              <a:t>Total Stay was created by combining Week Nights and Weekend Nights to understand the length of stay.</a:t>
            </a:r>
          </a:p>
          <a:p>
            <a:pPr algn="just"/>
            <a:r>
              <a:rPr lang="en-US" dirty="0">
                <a:latin typeface="Calibri" panose="020F0502020204030204" pitchFamily="34" charset="0"/>
                <a:ea typeface="Calibri" panose="020F0502020204030204" pitchFamily="34" charset="0"/>
                <a:cs typeface="Calibri" panose="020F0502020204030204" pitchFamily="34" charset="0"/>
              </a:rPr>
              <a:t>Total peoples was created using Adults, Children, and Babies to know the group size per booking.</a:t>
            </a:r>
          </a:p>
          <a:p>
            <a:pPr algn="just"/>
            <a:r>
              <a:rPr lang="en-US" dirty="0">
                <a:latin typeface="Calibri" panose="020F0502020204030204" pitchFamily="34" charset="0"/>
                <a:ea typeface="Calibri" panose="020F0502020204030204" pitchFamily="34" charset="0"/>
                <a:cs typeface="Calibri" panose="020F0502020204030204" pitchFamily="34" charset="0"/>
              </a:rPr>
              <a:t>These merged columns reduce data complexity and make analysis easier.</a:t>
            </a:r>
          </a:p>
          <a:p>
            <a:pPr algn="just"/>
            <a:r>
              <a:rPr lang="en-US" dirty="0">
                <a:latin typeface="Calibri" panose="020F0502020204030204" pitchFamily="34" charset="0"/>
                <a:ea typeface="Calibri" panose="020F0502020204030204" pitchFamily="34" charset="0"/>
                <a:cs typeface="Calibri" panose="020F0502020204030204" pitchFamily="34" charset="0"/>
              </a:rPr>
              <a:t>A Booking ID column was added to uniquely identify each booking.</a:t>
            </a:r>
          </a:p>
          <a:p>
            <a:pPr algn="just"/>
            <a:r>
              <a:rPr lang="en-US" dirty="0">
                <a:latin typeface="Calibri" panose="020F0502020204030204" pitchFamily="34" charset="0"/>
                <a:ea typeface="Calibri" panose="020F0502020204030204" pitchFamily="34" charset="0"/>
                <a:cs typeface="Calibri" panose="020F0502020204030204" pitchFamily="34" charset="0"/>
              </a:rPr>
              <a:t>Booking ID acts as a Primary Key, avoiding duplicate records and improving accuracy.</a:t>
            </a:r>
          </a:p>
          <a:p>
            <a:pPr algn="just"/>
            <a:r>
              <a:rPr lang="en-US" dirty="0">
                <a:latin typeface="Calibri" panose="020F0502020204030204" pitchFamily="34" charset="0"/>
                <a:ea typeface="Calibri" panose="020F0502020204030204" pitchFamily="34" charset="0"/>
                <a:cs typeface="Calibri" panose="020F0502020204030204" pitchFamily="34" charset="0"/>
              </a:rPr>
              <a:t>After adding and merging columns, the dataset has 33 columns and is ready for EDA and visualization</a:t>
            </a:r>
            <a:r>
              <a:rPr lang="en-US" dirty="0"/>
              <a:t>.</a:t>
            </a:r>
            <a:endParaRPr lang="en-IN" dirty="0"/>
          </a:p>
        </p:txBody>
      </p:sp>
      <p:sp>
        <p:nvSpPr>
          <p:cNvPr id="5" name="TextBox 4">
            <a:extLst>
              <a:ext uri="{FF2B5EF4-FFF2-40B4-BE49-F238E27FC236}">
                <a16:creationId xmlns:a16="http://schemas.microsoft.com/office/drawing/2014/main" id="{6BCEAD1C-B655-27DC-F8F1-057817DB4B46}"/>
              </a:ext>
            </a:extLst>
          </p:cNvPr>
          <p:cNvSpPr txBox="1"/>
          <p:nvPr/>
        </p:nvSpPr>
        <p:spPr>
          <a:xfrm>
            <a:off x="1761898" y="1567543"/>
            <a:ext cx="8911687" cy="461665"/>
          </a:xfrm>
          <a:prstGeom prst="rect">
            <a:avLst/>
          </a:prstGeom>
          <a:noFill/>
        </p:spPr>
        <p:txBody>
          <a:bodyPr wrap="square" rtlCol="0">
            <a:spAutoFit/>
          </a:bodyPr>
          <a:lstStyle/>
          <a:p>
            <a:r>
              <a:rPr lang="en-US" sz="2400" dirty="0"/>
              <a:t>3.</a:t>
            </a:r>
            <a:r>
              <a:rPr lang="en-US" sz="2400" dirty="0">
                <a:latin typeface="Calibri" panose="020F0502020204030204" pitchFamily="34" charset="0"/>
                <a:ea typeface="Calibri" panose="020F0502020204030204" pitchFamily="34" charset="0"/>
                <a:cs typeface="Calibri" panose="020F0502020204030204" pitchFamily="34" charset="0"/>
              </a:rPr>
              <a:t>Adding &amp; Merging column</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54476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FC693-976E-993F-87C0-35AF5ABEF879}"/>
              </a:ext>
            </a:extLst>
          </p:cNvPr>
          <p:cNvSpPr>
            <a:spLocks noGrp="1"/>
          </p:cNvSpPr>
          <p:nvPr>
            <p:ph type="title"/>
          </p:nvPr>
        </p:nvSpPr>
        <p:spPr>
          <a:xfrm>
            <a:off x="2288126" y="624110"/>
            <a:ext cx="8249246" cy="899890"/>
          </a:xfrm>
        </p:spPr>
        <p:txBody>
          <a:bodyPr>
            <a:normAutofit/>
          </a:bodyPr>
          <a:lstStyle/>
          <a:p>
            <a:r>
              <a:rPr lang="en-US" sz="4400" b="1" dirty="0"/>
              <a:t>Variable Description</a:t>
            </a:r>
            <a:endParaRPr lang="en-IN" sz="4400" b="1" dirty="0"/>
          </a:p>
        </p:txBody>
      </p:sp>
      <p:sp>
        <p:nvSpPr>
          <p:cNvPr id="3" name="Content Placeholder 2">
            <a:extLst>
              <a:ext uri="{FF2B5EF4-FFF2-40B4-BE49-F238E27FC236}">
                <a16:creationId xmlns:a16="http://schemas.microsoft.com/office/drawing/2014/main" id="{E4AC15BF-FD85-F188-C857-FF860C4C383B}"/>
              </a:ext>
            </a:extLst>
          </p:cNvPr>
          <p:cNvSpPr>
            <a:spLocks noGrp="1"/>
          </p:cNvSpPr>
          <p:nvPr>
            <p:ph idx="1"/>
          </p:nvPr>
        </p:nvSpPr>
        <p:spPr>
          <a:xfrm>
            <a:off x="2288126" y="1912260"/>
            <a:ext cx="8915400" cy="3559630"/>
          </a:xfrm>
        </p:spPr>
        <p:txBody>
          <a:bodyPr>
            <a:normAutofit/>
          </a:bodyPr>
          <a:lstStyle/>
          <a:p>
            <a:pPr algn="just"/>
            <a:r>
              <a:rPr lang="en-US" dirty="0">
                <a:latin typeface="Calibri" panose="020F0502020204030204" pitchFamily="34" charset="0"/>
                <a:ea typeface="Calibri" panose="020F0502020204030204" pitchFamily="34" charset="0"/>
                <a:cs typeface="Calibri" panose="020F0502020204030204" pitchFamily="34" charset="0"/>
              </a:rPr>
              <a:t>Hotel – </a:t>
            </a:r>
            <a:r>
              <a:rPr lang="en-US"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Type of hotel (City or Resort)</a:t>
            </a:r>
          </a:p>
          <a:p>
            <a:pPr algn="just"/>
            <a:r>
              <a:rPr lang="en-US" dirty="0">
                <a:latin typeface="Calibri" panose="020F0502020204030204" pitchFamily="34" charset="0"/>
                <a:ea typeface="Calibri" panose="020F0502020204030204" pitchFamily="34" charset="0"/>
                <a:cs typeface="Calibri" panose="020F0502020204030204" pitchFamily="34" charset="0"/>
              </a:rPr>
              <a:t>Is Canceled – </a:t>
            </a:r>
            <a:r>
              <a:rPr lang="en-US"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Booking canceled or not</a:t>
            </a:r>
          </a:p>
          <a:p>
            <a:pPr algn="just"/>
            <a:r>
              <a:rPr lang="en-US" dirty="0">
                <a:latin typeface="Calibri" panose="020F0502020204030204" pitchFamily="34" charset="0"/>
                <a:ea typeface="Calibri" panose="020F0502020204030204" pitchFamily="34" charset="0"/>
                <a:cs typeface="Calibri" panose="020F0502020204030204" pitchFamily="34" charset="0"/>
              </a:rPr>
              <a:t>Lead Time – </a:t>
            </a:r>
            <a:r>
              <a:rPr lang="en-US"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Days between booking and arrival</a:t>
            </a:r>
          </a:p>
          <a:p>
            <a:pPr algn="just"/>
            <a:r>
              <a:rPr lang="en-US" dirty="0">
                <a:latin typeface="Calibri" panose="020F0502020204030204" pitchFamily="34" charset="0"/>
                <a:ea typeface="Calibri" panose="020F0502020204030204" pitchFamily="34" charset="0"/>
                <a:cs typeface="Calibri" panose="020F0502020204030204" pitchFamily="34" charset="0"/>
              </a:rPr>
              <a:t>Arrival Date Year / Month / Day – </a:t>
            </a:r>
            <a:r>
              <a:rPr lang="en-US"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Date of arrival</a:t>
            </a:r>
          </a:p>
          <a:p>
            <a:pPr algn="just"/>
            <a:r>
              <a:rPr lang="en-US" dirty="0">
                <a:latin typeface="Calibri" panose="020F0502020204030204" pitchFamily="34" charset="0"/>
                <a:ea typeface="Calibri" panose="020F0502020204030204" pitchFamily="34" charset="0"/>
                <a:cs typeface="Calibri" panose="020F0502020204030204" pitchFamily="34" charset="0"/>
              </a:rPr>
              <a:t>Stays In Week Nights / Stays In Weekend Nights – </a:t>
            </a:r>
            <a:r>
              <a:rPr lang="en-US"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Length of stay</a:t>
            </a:r>
          </a:p>
          <a:p>
            <a:pPr algn="just"/>
            <a:r>
              <a:rPr lang="en-US" dirty="0">
                <a:latin typeface="Calibri" panose="020F0502020204030204" pitchFamily="34" charset="0"/>
                <a:ea typeface="Calibri" panose="020F0502020204030204" pitchFamily="34" charset="0"/>
                <a:cs typeface="Calibri" panose="020F0502020204030204" pitchFamily="34" charset="0"/>
              </a:rPr>
              <a:t>Adults / Children / Babies – </a:t>
            </a:r>
            <a:r>
              <a:rPr lang="en-US"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Number of guests</a:t>
            </a:r>
          </a:p>
          <a:p>
            <a:pPr algn="just"/>
            <a:r>
              <a:rPr lang="en-US" dirty="0">
                <a:latin typeface="Calibri" panose="020F0502020204030204" pitchFamily="34" charset="0"/>
                <a:ea typeface="Calibri" panose="020F0502020204030204" pitchFamily="34" charset="0"/>
                <a:cs typeface="Calibri" panose="020F0502020204030204" pitchFamily="34" charset="0"/>
              </a:rPr>
              <a:t>Meal – </a:t>
            </a:r>
            <a:r>
              <a:rPr lang="en-US"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Meal plan chosen</a:t>
            </a:r>
          </a:p>
          <a:p>
            <a:pPr algn="just"/>
            <a:r>
              <a:rPr lang="en-US" dirty="0">
                <a:latin typeface="Calibri" panose="020F0502020204030204" pitchFamily="34" charset="0"/>
                <a:ea typeface="Calibri" panose="020F0502020204030204" pitchFamily="34" charset="0"/>
                <a:cs typeface="Calibri" panose="020F0502020204030204" pitchFamily="34" charset="0"/>
              </a:rPr>
              <a:t>Country – </a:t>
            </a:r>
            <a:r>
              <a:rPr lang="en-US"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Customer’s country</a:t>
            </a:r>
          </a:p>
        </p:txBody>
      </p:sp>
    </p:spTree>
    <p:extLst>
      <p:ext uri="{BB962C8B-B14F-4D97-AF65-F5344CB8AC3E}">
        <p14:creationId xmlns:p14="http://schemas.microsoft.com/office/powerpoint/2010/main" val="2374577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C668A-7869-A91B-F5DA-31339F40B616}"/>
              </a:ext>
            </a:extLst>
          </p:cNvPr>
          <p:cNvSpPr>
            <a:spLocks noGrp="1"/>
          </p:cNvSpPr>
          <p:nvPr>
            <p:ph type="title"/>
          </p:nvPr>
        </p:nvSpPr>
        <p:spPr>
          <a:xfrm>
            <a:off x="1979612" y="482596"/>
            <a:ext cx="8336332" cy="1280890"/>
          </a:xfrm>
        </p:spPr>
        <p:txBody>
          <a:bodyPr>
            <a:normAutofit/>
          </a:bodyPr>
          <a:lstStyle/>
          <a:p>
            <a:r>
              <a:rPr lang="en-US" sz="4400" b="1" dirty="0"/>
              <a:t>Variable Description</a:t>
            </a:r>
            <a:endParaRPr lang="en-IN" sz="4400" dirty="0"/>
          </a:p>
        </p:txBody>
      </p:sp>
      <p:sp>
        <p:nvSpPr>
          <p:cNvPr id="3" name="Content Placeholder 2">
            <a:extLst>
              <a:ext uri="{FF2B5EF4-FFF2-40B4-BE49-F238E27FC236}">
                <a16:creationId xmlns:a16="http://schemas.microsoft.com/office/drawing/2014/main" id="{708AE822-1DF3-5808-62A8-5EEEA657CC76}"/>
              </a:ext>
            </a:extLst>
          </p:cNvPr>
          <p:cNvSpPr>
            <a:spLocks noGrp="1"/>
          </p:cNvSpPr>
          <p:nvPr>
            <p:ph idx="1"/>
          </p:nvPr>
        </p:nvSpPr>
        <p:spPr>
          <a:xfrm>
            <a:off x="1979612" y="2111829"/>
            <a:ext cx="8915400" cy="3777622"/>
          </a:xfrm>
        </p:spPr>
        <p:txBody>
          <a:bodyPr>
            <a:normAutofit/>
          </a:bodyPr>
          <a:lstStyle/>
          <a:p>
            <a:pPr algn="just"/>
            <a:r>
              <a:rPr lang="en-US" sz="2000" dirty="0">
                <a:latin typeface="Calibri" panose="020F0502020204030204" pitchFamily="34" charset="0"/>
                <a:ea typeface="Calibri" panose="020F0502020204030204" pitchFamily="34" charset="0"/>
                <a:cs typeface="Calibri" panose="020F0502020204030204" pitchFamily="34" charset="0"/>
              </a:rPr>
              <a:t>Market Segment – </a:t>
            </a:r>
            <a:r>
              <a:rPr lang="en-US" sz="2000"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Booking source (Online, Travel Agent, etc.)</a:t>
            </a:r>
          </a:p>
          <a:p>
            <a:pPr algn="just"/>
            <a:r>
              <a:rPr lang="en-US" sz="2000" dirty="0">
                <a:latin typeface="Calibri" panose="020F0502020204030204" pitchFamily="34" charset="0"/>
                <a:ea typeface="Calibri" panose="020F0502020204030204" pitchFamily="34" charset="0"/>
                <a:cs typeface="Calibri" panose="020F0502020204030204" pitchFamily="34" charset="0"/>
              </a:rPr>
              <a:t>Distribution Channel – </a:t>
            </a:r>
            <a:r>
              <a:rPr lang="en-US" sz="2000"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Booking channels</a:t>
            </a:r>
          </a:p>
          <a:p>
            <a:pPr algn="just"/>
            <a:r>
              <a:rPr lang="en-US" sz="2000" dirty="0">
                <a:latin typeface="Calibri" panose="020F0502020204030204" pitchFamily="34" charset="0"/>
                <a:ea typeface="Calibri" panose="020F0502020204030204" pitchFamily="34" charset="0"/>
                <a:cs typeface="Calibri" panose="020F0502020204030204" pitchFamily="34" charset="0"/>
              </a:rPr>
              <a:t>Repeated Guest – </a:t>
            </a:r>
            <a:r>
              <a:rPr lang="en-US" sz="2000"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Whether the guest is returning</a:t>
            </a:r>
          </a:p>
          <a:p>
            <a:pPr algn="just"/>
            <a:r>
              <a:rPr lang="en-US" sz="2000" dirty="0">
                <a:latin typeface="Calibri" panose="020F0502020204030204" pitchFamily="34" charset="0"/>
                <a:ea typeface="Calibri" panose="020F0502020204030204" pitchFamily="34" charset="0"/>
                <a:cs typeface="Calibri" panose="020F0502020204030204" pitchFamily="34" charset="0"/>
              </a:rPr>
              <a:t>Previous Cancellations / Previous Bookings Not Canceled – </a:t>
            </a:r>
            <a:r>
              <a:rPr lang="en-US" sz="2000"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Guest’s booking history</a:t>
            </a:r>
            <a:endParaRPr lang="en-IN" sz="2000"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endParaRPr>
          </a:p>
          <a:p>
            <a:pPr algn="just"/>
            <a:r>
              <a:rPr lang="en-US" sz="2000" dirty="0">
                <a:latin typeface="Calibri" panose="020F0502020204030204" pitchFamily="34" charset="0"/>
                <a:ea typeface="Calibri" panose="020F0502020204030204" pitchFamily="34" charset="0"/>
                <a:cs typeface="Calibri" panose="020F0502020204030204" pitchFamily="34" charset="0"/>
              </a:rPr>
              <a:t>Reserved Room Type / Assigned Room Type – </a:t>
            </a:r>
            <a:r>
              <a:rPr lang="en-US" sz="2000"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Room category</a:t>
            </a:r>
          </a:p>
          <a:p>
            <a:pPr algn="just"/>
            <a:r>
              <a:rPr lang="en-US" sz="2000" dirty="0">
                <a:latin typeface="Calibri" panose="020F0502020204030204" pitchFamily="34" charset="0"/>
                <a:ea typeface="Calibri" panose="020F0502020204030204" pitchFamily="34" charset="0"/>
                <a:cs typeface="Calibri" panose="020F0502020204030204" pitchFamily="34" charset="0"/>
              </a:rPr>
              <a:t>Booking Changes – </a:t>
            </a:r>
            <a:r>
              <a:rPr lang="en-US" sz="2000"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Number of changes made to the booking </a:t>
            </a:r>
          </a:p>
          <a:p>
            <a:pPr algn="just"/>
            <a:r>
              <a:rPr lang="en-US" sz="2000" dirty="0">
                <a:latin typeface="Calibri" panose="020F0502020204030204" pitchFamily="34" charset="0"/>
                <a:ea typeface="Calibri" panose="020F0502020204030204" pitchFamily="34" charset="0"/>
                <a:cs typeface="Calibri" panose="020F0502020204030204" pitchFamily="34" charset="0"/>
              </a:rPr>
              <a:t>Deposit Type – </a:t>
            </a:r>
            <a:r>
              <a:rPr lang="en-US" sz="2000"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Type of deposit paid </a:t>
            </a:r>
          </a:p>
          <a:p>
            <a:pPr algn="just"/>
            <a:r>
              <a:rPr lang="en-US" sz="2000" dirty="0">
                <a:latin typeface="Calibri" panose="020F0502020204030204" pitchFamily="34" charset="0"/>
                <a:ea typeface="Calibri" panose="020F0502020204030204" pitchFamily="34" charset="0"/>
                <a:cs typeface="Calibri" panose="020F0502020204030204" pitchFamily="34" charset="0"/>
              </a:rPr>
              <a:t>Agent / Company – </a:t>
            </a:r>
            <a:r>
              <a:rPr lang="en-US" sz="2000"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Booking agent or company </a:t>
            </a:r>
          </a:p>
        </p:txBody>
      </p:sp>
    </p:spTree>
    <p:extLst>
      <p:ext uri="{BB962C8B-B14F-4D97-AF65-F5344CB8AC3E}">
        <p14:creationId xmlns:p14="http://schemas.microsoft.com/office/powerpoint/2010/main" val="37280695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47921-D307-D258-550E-6A40D6761E5C}"/>
              </a:ext>
            </a:extLst>
          </p:cNvPr>
          <p:cNvSpPr>
            <a:spLocks noGrp="1"/>
          </p:cNvSpPr>
          <p:nvPr>
            <p:ph type="title"/>
          </p:nvPr>
        </p:nvSpPr>
        <p:spPr>
          <a:xfrm>
            <a:off x="1805442" y="537024"/>
            <a:ext cx="9590314" cy="1139376"/>
          </a:xfrm>
        </p:spPr>
        <p:txBody>
          <a:bodyPr>
            <a:normAutofit/>
          </a:bodyPr>
          <a:lstStyle/>
          <a:p>
            <a:r>
              <a:rPr lang="en-US" sz="4400" b="1" dirty="0"/>
              <a:t>Variable Description</a:t>
            </a:r>
            <a:endParaRPr lang="en-IN" sz="4400" dirty="0"/>
          </a:p>
        </p:txBody>
      </p:sp>
      <p:sp>
        <p:nvSpPr>
          <p:cNvPr id="3" name="Content Placeholder 2">
            <a:extLst>
              <a:ext uri="{FF2B5EF4-FFF2-40B4-BE49-F238E27FC236}">
                <a16:creationId xmlns:a16="http://schemas.microsoft.com/office/drawing/2014/main" id="{78F77E9D-8238-6BE3-F9EC-41121CA029BD}"/>
              </a:ext>
            </a:extLst>
          </p:cNvPr>
          <p:cNvSpPr>
            <a:spLocks noGrp="1"/>
          </p:cNvSpPr>
          <p:nvPr>
            <p:ph idx="1"/>
          </p:nvPr>
        </p:nvSpPr>
        <p:spPr>
          <a:xfrm>
            <a:off x="1805441" y="1981200"/>
            <a:ext cx="8915400" cy="3777622"/>
          </a:xfrm>
        </p:spPr>
        <p:txBody>
          <a:bodyPr>
            <a:normAutofit/>
          </a:bodyPr>
          <a:lstStyle/>
          <a:p>
            <a:pPr algn="just"/>
            <a:r>
              <a:rPr lang="en-US" sz="2000" dirty="0">
                <a:latin typeface="Calibri" panose="020F0502020204030204" pitchFamily="34" charset="0"/>
                <a:ea typeface="Calibri" panose="020F0502020204030204" pitchFamily="34" charset="0"/>
                <a:cs typeface="Calibri" panose="020F0502020204030204" pitchFamily="34" charset="0"/>
              </a:rPr>
              <a:t>Days In Waiting List – </a:t>
            </a:r>
            <a:r>
              <a:rPr lang="en-US" sz="2000"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Waiting period for booking </a:t>
            </a:r>
          </a:p>
          <a:p>
            <a:pPr algn="just"/>
            <a:r>
              <a:rPr lang="en-US" sz="2000" dirty="0">
                <a:latin typeface="Calibri" panose="020F0502020204030204" pitchFamily="34" charset="0"/>
                <a:ea typeface="Calibri" panose="020F0502020204030204" pitchFamily="34" charset="0"/>
                <a:cs typeface="Calibri" panose="020F0502020204030204" pitchFamily="34" charset="0"/>
              </a:rPr>
              <a:t>Customer Type – </a:t>
            </a:r>
            <a:r>
              <a:rPr lang="en-US" sz="2000"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Contract, Transient, Group, etc</a:t>
            </a:r>
            <a:r>
              <a:rPr lang="en-US" sz="2000" dirty="0">
                <a:latin typeface="Calibri" panose="020F0502020204030204" pitchFamily="34" charset="0"/>
                <a:ea typeface="Calibri" panose="020F0502020204030204" pitchFamily="34" charset="0"/>
                <a:cs typeface="Calibri" panose="020F0502020204030204" pitchFamily="34" charset="0"/>
              </a:rPr>
              <a:t>. </a:t>
            </a:r>
          </a:p>
          <a:p>
            <a:pPr algn="just"/>
            <a:r>
              <a:rPr lang="en-US" sz="2000" dirty="0">
                <a:latin typeface="Calibri" panose="020F0502020204030204" pitchFamily="34" charset="0"/>
                <a:ea typeface="Calibri" panose="020F0502020204030204" pitchFamily="34" charset="0"/>
                <a:cs typeface="Calibri" panose="020F0502020204030204" pitchFamily="34" charset="0"/>
              </a:rPr>
              <a:t>ADR (Average Daily Rate) – </a:t>
            </a:r>
            <a:r>
              <a:rPr lang="en-US" sz="2000"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Price per night </a:t>
            </a:r>
          </a:p>
          <a:p>
            <a:pPr algn="just"/>
            <a:r>
              <a:rPr lang="en-US" sz="2000" dirty="0">
                <a:latin typeface="Calibri" panose="020F0502020204030204" pitchFamily="34" charset="0"/>
                <a:ea typeface="Calibri" panose="020F0502020204030204" pitchFamily="34" charset="0"/>
                <a:cs typeface="Calibri" panose="020F0502020204030204" pitchFamily="34" charset="0"/>
              </a:rPr>
              <a:t>Required_Car_Parking_Spaces – </a:t>
            </a:r>
            <a:r>
              <a:rPr lang="en-US" sz="2000"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Parking spaces required </a:t>
            </a:r>
          </a:p>
          <a:p>
            <a:pPr algn="just"/>
            <a:r>
              <a:rPr lang="en-US" sz="2000" dirty="0">
                <a:latin typeface="Calibri" panose="020F0502020204030204" pitchFamily="34" charset="0"/>
                <a:ea typeface="Calibri" panose="020F0502020204030204" pitchFamily="34" charset="0"/>
                <a:cs typeface="Calibri" panose="020F0502020204030204" pitchFamily="34" charset="0"/>
              </a:rPr>
              <a:t>Total of Special Requests – </a:t>
            </a:r>
            <a:r>
              <a:rPr lang="en-US" sz="2000"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Number of special requests </a:t>
            </a:r>
          </a:p>
          <a:p>
            <a:pPr algn="just"/>
            <a:r>
              <a:rPr lang="en-US" sz="2000" dirty="0">
                <a:latin typeface="Calibri" panose="020F0502020204030204" pitchFamily="34" charset="0"/>
                <a:ea typeface="Calibri" panose="020F0502020204030204" pitchFamily="34" charset="0"/>
                <a:cs typeface="Calibri" panose="020F0502020204030204" pitchFamily="34" charset="0"/>
              </a:rPr>
              <a:t>Reservation Status – </a:t>
            </a:r>
            <a:r>
              <a:rPr lang="en-US" sz="2000"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Final status of the reservation (Canceled, Check-Out, No-Show) </a:t>
            </a:r>
          </a:p>
          <a:p>
            <a:pPr algn="just"/>
            <a:r>
              <a:rPr lang="en-US" sz="2000" dirty="0">
                <a:latin typeface="Calibri" panose="020F0502020204030204" pitchFamily="34" charset="0"/>
                <a:ea typeface="Calibri" panose="020F0502020204030204" pitchFamily="34" charset="0"/>
                <a:cs typeface="Calibri" panose="020F0502020204030204" pitchFamily="34" charset="0"/>
              </a:rPr>
              <a:t>Reservation Status Date – </a:t>
            </a:r>
            <a:r>
              <a:rPr lang="en-US" sz="2000"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rPr>
              <a:t>Date when the reservation status was updated</a:t>
            </a:r>
            <a:endParaRPr lang="en-IN" sz="2000" dirty="0">
              <a:solidFill>
                <a:schemeClr val="accent5">
                  <a:lumMod val="75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378652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9649A-B76B-9996-A87D-B05292C424FF}"/>
              </a:ext>
            </a:extLst>
          </p:cNvPr>
          <p:cNvSpPr>
            <a:spLocks noGrp="1"/>
          </p:cNvSpPr>
          <p:nvPr>
            <p:ph type="title"/>
          </p:nvPr>
        </p:nvSpPr>
        <p:spPr>
          <a:xfrm>
            <a:off x="1983325" y="624110"/>
            <a:ext cx="8911687" cy="725440"/>
          </a:xfrm>
        </p:spPr>
        <p:txBody>
          <a:bodyPr>
            <a:normAutofit fontScale="90000"/>
          </a:bodyPr>
          <a:lstStyle/>
          <a:p>
            <a:r>
              <a:rPr lang="en-IN" b="1" dirty="0"/>
              <a:t>DATA VISUALIZATION AND ANALYSIS</a:t>
            </a:r>
            <a:br>
              <a:rPr lang="en-IN" dirty="0"/>
            </a:br>
            <a:r>
              <a:rPr lang="en-IN" dirty="0"/>
              <a:t> </a:t>
            </a:r>
            <a:br>
              <a:rPr lang="en-IN" dirty="0"/>
            </a:br>
            <a:endParaRPr lang="en-IN" dirty="0"/>
          </a:p>
        </p:txBody>
      </p:sp>
      <p:sp>
        <p:nvSpPr>
          <p:cNvPr id="3" name="Content Placeholder 2">
            <a:extLst>
              <a:ext uri="{FF2B5EF4-FFF2-40B4-BE49-F238E27FC236}">
                <a16:creationId xmlns:a16="http://schemas.microsoft.com/office/drawing/2014/main" id="{6CAAC536-67C7-CEA2-2471-CB9E9BD67830}"/>
              </a:ext>
            </a:extLst>
          </p:cNvPr>
          <p:cNvSpPr>
            <a:spLocks noGrp="1"/>
          </p:cNvSpPr>
          <p:nvPr>
            <p:ph idx="1"/>
          </p:nvPr>
        </p:nvSpPr>
        <p:spPr>
          <a:xfrm>
            <a:off x="5623012" y="2209799"/>
            <a:ext cx="5491843" cy="4288972"/>
          </a:xfrm>
        </p:spPr>
        <p:txBody>
          <a:bodyPr>
            <a:noAutofit/>
          </a:bodyPr>
          <a:lstStyle/>
          <a:p>
            <a:pPr algn="just"/>
            <a:r>
              <a:rPr lang="en-US" sz="2000" dirty="0">
                <a:latin typeface="Calibri" panose="020F0502020204030204" pitchFamily="34" charset="0"/>
                <a:ea typeface="Calibri" panose="020F0502020204030204" pitchFamily="34" charset="0"/>
                <a:cs typeface="Calibri" panose="020F0502020204030204" pitchFamily="34" charset="0"/>
              </a:rPr>
              <a:t>We can clearly see that City Hotels have a higher number of bookings compared to Resort Hotels.</a:t>
            </a:r>
          </a:p>
          <a:p>
            <a:pPr algn="just"/>
            <a:r>
              <a:rPr lang="en-US" sz="2000" dirty="0">
                <a:latin typeface="Calibri" panose="020F0502020204030204" pitchFamily="34" charset="0"/>
                <a:ea typeface="Calibri" panose="020F0502020204030204" pitchFamily="34" charset="0"/>
                <a:cs typeface="Calibri" panose="020F0502020204030204" pitchFamily="34" charset="0"/>
              </a:rPr>
              <a:t>City Hotels also show a higher number of cancellations.</a:t>
            </a:r>
          </a:p>
          <a:p>
            <a:pPr algn="just"/>
            <a:r>
              <a:rPr lang="en-US" sz="2000" dirty="0">
                <a:latin typeface="Calibri" panose="020F0502020204030204" pitchFamily="34" charset="0"/>
                <a:ea typeface="Calibri" panose="020F0502020204030204" pitchFamily="34" charset="0"/>
                <a:cs typeface="Calibri" panose="020F0502020204030204" pitchFamily="34" charset="0"/>
              </a:rPr>
              <a:t>Around 37238 bookings in City Hotels were completed, while 16031 were canceled.</a:t>
            </a:r>
          </a:p>
          <a:p>
            <a:pPr algn="just"/>
            <a:r>
              <a:rPr lang="en-US" sz="2000" dirty="0">
                <a:latin typeface="Calibri" panose="020F0502020204030204" pitchFamily="34" charset="0"/>
                <a:ea typeface="Calibri" panose="020F0502020204030204" pitchFamily="34" charset="0"/>
                <a:cs typeface="Calibri" panose="020F0502020204030204" pitchFamily="34" charset="0"/>
              </a:rPr>
              <a:t>Resort Hotels recorded about 25982 completed bookings and 7969 cancellations.</a:t>
            </a:r>
          </a:p>
          <a:p>
            <a:pPr algn="just"/>
            <a:r>
              <a:rPr lang="en-US" sz="2000" dirty="0">
                <a:latin typeface="Calibri" panose="020F0502020204030204" pitchFamily="34" charset="0"/>
                <a:ea typeface="Calibri" panose="020F0502020204030204" pitchFamily="34" charset="0"/>
                <a:cs typeface="Calibri" panose="020F0502020204030204" pitchFamily="34" charset="0"/>
              </a:rPr>
              <a:t>This chart shows that City Hotels attract more bookings but face higher cancellation rates, while Resort Hotels are more stable.</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C05115C9-730E-E123-C9D2-E9DEAE7C3674}"/>
              </a:ext>
            </a:extLst>
          </p:cNvPr>
          <p:cNvPicPr>
            <a:picLocks noChangeAspect="1"/>
          </p:cNvPicPr>
          <p:nvPr/>
        </p:nvPicPr>
        <p:blipFill>
          <a:blip r:embed="rId2"/>
          <a:stretch>
            <a:fillRect/>
          </a:stretch>
        </p:blipFill>
        <p:spPr>
          <a:xfrm>
            <a:off x="533401" y="2329541"/>
            <a:ext cx="4892654" cy="4169229"/>
          </a:xfrm>
          <a:prstGeom prst="rect">
            <a:avLst/>
          </a:prstGeom>
        </p:spPr>
      </p:pic>
      <p:sp>
        <p:nvSpPr>
          <p:cNvPr id="6" name="TextBox 5">
            <a:extLst>
              <a:ext uri="{FF2B5EF4-FFF2-40B4-BE49-F238E27FC236}">
                <a16:creationId xmlns:a16="http://schemas.microsoft.com/office/drawing/2014/main" id="{7A51F58D-66CC-3484-CBE9-80541417AEC4}"/>
              </a:ext>
            </a:extLst>
          </p:cNvPr>
          <p:cNvSpPr txBox="1"/>
          <p:nvPr/>
        </p:nvSpPr>
        <p:spPr>
          <a:xfrm>
            <a:off x="2699657" y="1349550"/>
            <a:ext cx="6161313" cy="523220"/>
          </a:xfrm>
          <a:prstGeom prst="rect">
            <a:avLst/>
          </a:prstGeom>
          <a:noFill/>
        </p:spPr>
        <p:txBody>
          <a:bodyPr wrap="square" rtlCol="0">
            <a:spAutoFit/>
          </a:bodyPr>
          <a:lstStyle/>
          <a:p>
            <a:r>
              <a:rPr lang="en-US" sz="2800" dirty="0">
                <a:solidFill>
                  <a:srgbClr val="FF0000"/>
                </a:solidFill>
                <a:latin typeface="Calibri" panose="020F0502020204030204" pitchFamily="34" charset="0"/>
                <a:ea typeface="Calibri" panose="020F0502020204030204" pitchFamily="34" charset="0"/>
                <a:cs typeface="Calibri" panose="020F0502020204030204" pitchFamily="34" charset="0"/>
              </a:rPr>
              <a:t>Hotel booking demand and cancellations</a:t>
            </a:r>
            <a:endParaRPr lang="en-IN" sz="28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254453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D02D5-0CAA-59C5-CC34-AB1CEE84B0EE}"/>
              </a:ext>
            </a:extLst>
          </p:cNvPr>
          <p:cNvSpPr>
            <a:spLocks noGrp="1"/>
          </p:cNvSpPr>
          <p:nvPr>
            <p:ph type="title"/>
          </p:nvPr>
        </p:nvSpPr>
        <p:spPr>
          <a:xfrm>
            <a:off x="3474668" y="825884"/>
            <a:ext cx="8911687" cy="649519"/>
          </a:xfrm>
        </p:spPr>
        <p:txBody>
          <a:bodyPr>
            <a:normAutofit/>
          </a:bodyPr>
          <a:lstStyle/>
          <a:p>
            <a:r>
              <a:rPr lang="en-US" sz="2800" dirty="0">
                <a:solidFill>
                  <a:srgbClr val="FF0000"/>
                </a:solidFill>
                <a:latin typeface="Calibri" panose="020F0502020204030204" pitchFamily="34" charset="0"/>
                <a:ea typeface="Calibri" panose="020F0502020204030204" pitchFamily="34" charset="0"/>
                <a:cs typeface="Calibri" panose="020F0502020204030204" pitchFamily="34" charset="0"/>
              </a:rPr>
              <a:t>Hotel Booking Pattern over time</a:t>
            </a:r>
            <a:endParaRPr lang="en-IN" sz="2800" dirty="0">
              <a:solidFill>
                <a:srgbClr val="FF0000"/>
              </a:solidFill>
            </a:endParaRPr>
          </a:p>
        </p:txBody>
      </p:sp>
      <p:sp>
        <p:nvSpPr>
          <p:cNvPr id="3" name="Content Placeholder 2">
            <a:extLst>
              <a:ext uri="{FF2B5EF4-FFF2-40B4-BE49-F238E27FC236}">
                <a16:creationId xmlns:a16="http://schemas.microsoft.com/office/drawing/2014/main" id="{2C924149-C1C2-1F42-6351-0FF54CE88BDD}"/>
              </a:ext>
            </a:extLst>
          </p:cNvPr>
          <p:cNvSpPr>
            <a:spLocks noGrp="1"/>
          </p:cNvSpPr>
          <p:nvPr>
            <p:ph idx="1"/>
          </p:nvPr>
        </p:nvSpPr>
        <p:spPr>
          <a:xfrm>
            <a:off x="5867401" y="1748778"/>
            <a:ext cx="5637211" cy="4343400"/>
          </a:xfrm>
        </p:spPr>
        <p:txBody>
          <a:bodyPr>
            <a:noAutofit/>
          </a:bodyPr>
          <a:lstStyle/>
          <a:p>
            <a:pPr algn="just"/>
            <a:r>
              <a:rPr lang="en-US" sz="2000" dirty="0">
                <a:latin typeface="Calibri" panose="020F0502020204030204" pitchFamily="34" charset="0"/>
                <a:ea typeface="Calibri" panose="020F0502020204030204" pitchFamily="34" charset="0"/>
                <a:cs typeface="Calibri" panose="020F0502020204030204" pitchFamily="34" charset="0"/>
              </a:rPr>
              <a:t>Based on this chart we can say that City hotels get more bookings than resort hotels almost every month and year.</a:t>
            </a:r>
          </a:p>
          <a:p>
            <a:pPr algn="just"/>
            <a:r>
              <a:rPr lang="en-US" sz="2000" dirty="0">
                <a:latin typeface="Calibri" panose="020F0502020204030204" pitchFamily="34" charset="0"/>
                <a:ea typeface="Calibri" panose="020F0502020204030204" pitchFamily="34" charset="0"/>
                <a:cs typeface="Calibri" panose="020F0502020204030204" pitchFamily="34" charset="0"/>
              </a:rPr>
              <a:t>Bookings are highest in July and August for both hotel types.</a:t>
            </a:r>
          </a:p>
          <a:p>
            <a:pPr algn="just"/>
            <a:r>
              <a:rPr lang="en-US" sz="2000" dirty="0">
                <a:latin typeface="Calibri" panose="020F0502020204030204" pitchFamily="34" charset="0"/>
                <a:ea typeface="Calibri" panose="020F0502020204030204" pitchFamily="34" charset="0"/>
                <a:cs typeface="Calibri" panose="020F0502020204030204" pitchFamily="34" charset="0"/>
              </a:rPr>
              <a:t>Resort hotel bookings are lower and change more compared to city hotels.</a:t>
            </a:r>
          </a:p>
          <a:p>
            <a:pPr algn="just"/>
            <a:r>
              <a:rPr lang="en-US" sz="2000" dirty="0">
                <a:latin typeface="Calibri" panose="020F0502020204030204" pitchFamily="34" charset="0"/>
                <a:ea typeface="Calibri" panose="020F0502020204030204" pitchFamily="34" charset="0"/>
                <a:cs typeface="Calibri" panose="020F0502020204030204" pitchFamily="34" charset="0"/>
              </a:rPr>
              <a:t>City hotels show steady growth from 2015 to 2017, with consistent demand.</a:t>
            </a:r>
          </a:p>
          <a:p>
            <a:pPr algn="just"/>
            <a:r>
              <a:rPr lang="en-US" sz="2000" dirty="0">
                <a:latin typeface="Calibri" panose="020F0502020204030204" pitchFamily="34" charset="0"/>
                <a:ea typeface="Calibri" panose="020F0502020204030204" pitchFamily="34" charset="0"/>
                <a:cs typeface="Calibri" panose="020F0502020204030204" pitchFamily="34" charset="0"/>
              </a:rPr>
              <a:t>Overall, city hotels are the most preferred by guests, though both follow similar seasonal trends.</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A12F3C09-60B7-A09C-72FF-A78F39FC51D3}"/>
              </a:ext>
            </a:extLst>
          </p:cNvPr>
          <p:cNvPicPr>
            <a:picLocks noChangeAspect="1"/>
          </p:cNvPicPr>
          <p:nvPr/>
        </p:nvPicPr>
        <p:blipFill>
          <a:blip r:embed="rId2"/>
          <a:stretch>
            <a:fillRect/>
          </a:stretch>
        </p:blipFill>
        <p:spPr>
          <a:xfrm>
            <a:off x="435430" y="1748778"/>
            <a:ext cx="4942114" cy="4343400"/>
          </a:xfrm>
          <a:prstGeom prst="rect">
            <a:avLst/>
          </a:prstGeom>
        </p:spPr>
      </p:pic>
    </p:spTree>
    <p:extLst>
      <p:ext uri="{BB962C8B-B14F-4D97-AF65-F5344CB8AC3E}">
        <p14:creationId xmlns:p14="http://schemas.microsoft.com/office/powerpoint/2010/main" val="2822499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1C16C-C14D-88B5-80F8-31D766E9498A}"/>
              </a:ext>
            </a:extLst>
          </p:cNvPr>
          <p:cNvSpPr>
            <a:spLocks noGrp="1"/>
          </p:cNvSpPr>
          <p:nvPr>
            <p:ph type="title"/>
          </p:nvPr>
        </p:nvSpPr>
        <p:spPr>
          <a:xfrm>
            <a:off x="2589212" y="1059539"/>
            <a:ext cx="8911687" cy="954319"/>
          </a:xfrm>
        </p:spPr>
        <p:txBody>
          <a:bodyPr>
            <a:normAutofit/>
          </a:bodyPr>
          <a:lstStyle/>
          <a:p>
            <a:r>
              <a:rPr lang="en-US" sz="2800" dirty="0">
                <a:solidFill>
                  <a:srgbClr val="FF0000"/>
                </a:solidFill>
                <a:latin typeface="Calibri" panose="020F0502020204030204" pitchFamily="34" charset="0"/>
                <a:ea typeface="Calibri" panose="020F0502020204030204" pitchFamily="34" charset="0"/>
                <a:cs typeface="Calibri" panose="020F0502020204030204" pitchFamily="34" charset="0"/>
              </a:rPr>
              <a:t>Lead Time Contribution by Hotel Type</a:t>
            </a:r>
            <a:endParaRPr lang="en-IN" sz="28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83ACF11B-DA88-2D14-9386-3F3DA2A09273}"/>
              </a:ext>
            </a:extLst>
          </p:cNvPr>
          <p:cNvSpPr>
            <a:spLocks noGrp="1"/>
          </p:cNvSpPr>
          <p:nvPr>
            <p:ph idx="1"/>
          </p:nvPr>
        </p:nvSpPr>
        <p:spPr>
          <a:xfrm>
            <a:off x="5029200" y="2155371"/>
            <a:ext cx="6475411" cy="4278086"/>
          </a:xfrm>
        </p:spPr>
        <p:txBody>
          <a:bodyPr>
            <a:normAutofit/>
          </a:bodyPr>
          <a:lstStyle/>
          <a:p>
            <a:pPr algn="just"/>
            <a:r>
              <a:rPr lang="en-US" sz="2000" dirty="0">
                <a:latin typeface="Calibri" panose="020F0502020204030204" pitchFamily="34" charset="0"/>
                <a:ea typeface="Calibri" panose="020F0502020204030204" pitchFamily="34" charset="0"/>
                <a:cs typeface="Calibri" panose="020F0502020204030204" pitchFamily="34" charset="0"/>
              </a:rPr>
              <a:t>he pie chart shows the proportional contribution to the overall average lead time (days between booking and arrival) by hotel type:</a:t>
            </a:r>
          </a:p>
          <a:p>
            <a:pPr marL="0" indent="0" algn="just">
              <a:buNone/>
            </a:pPr>
            <a:r>
              <a:rPr lang="en-US" sz="2000" dirty="0">
                <a:latin typeface="Calibri" panose="020F0502020204030204" pitchFamily="34" charset="0"/>
                <a:ea typeface="Calibri" panose="020F0502020204030204" pitchFamily="34" charset="0"/>
                <a:cs typeface="Calibri" panose="020F0502020204030204" pitchFamily="34" charset="0"/>
              </a:rPr>
              <a:t>       Resort Hotel: 51.72%</a:t>
            </a:r>
          </a:p>
          <a:p>
            <a:pPr marL="0" indent="0" algn="just">
              <a:buNone/>
            </a:pPr>
            <a:r>
              <a:rPr lang="en-US" sz="2000" dirty="0">
                <a:latin typeface="Calibri" panose="020F0502020204030204" pitchFamily="34" charset="0"/>
                <a:ea typeface="Calibri" panose="020F0502020204030204" pitchFamily="34" charset="0"/>
                <a:cs typeface="Calibri" panose="020F0502020204030204" pitchFamily="34" charset="0"/>
              </a:rPr>
              <a:t>       City Hotel: 48.28%</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CCBF01DE-491B-65B2-762A-9447757C4CAF}"/>
              </a:ext>
            </a:extLst>
          </p:cNvPr>
          <p:cNvPicPr>
            <a:picLocks noChangeAspect="1"/>
          </p:cNvPicPr>
          <p:nvPr/>
        </p:nvPicPr>
        <p:blipFill>
          <a:blip r:embed="rId2"/>
          <a:stretch>
            <a:fillRect/>
          </a:stretch>
        </p:blipFill>
        <p:spPr>
          <a:xfrm>
            <a:off x="304801" y="1839687"/>
            <a:ext cx="4593770" cy="4506684"/>
          </a:xfrm>
          <a:prstGeom prst="rect">
            <a:avLst/>
          </a:prstGeom>
        </p:spPr>
      </p:pic>
    </p:spTree>
    <p:extLst>
      <p:ext uri="{BB962C8B-B14F-4D97-AF65-F5344CB8AC3E}">
        <p14:creationId xmlns:p14="http://schemas.microsoft.com/office/powerpoint/2010/main" val="6355416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801CE-591E-4515-4EC3-D830D3B54F5F}"/>
              </a:ext>
            </a:extLst>
          </p:cNvPr>
          <p:cNvSpPr>
            <a:spLocks noGrp="1"/>
          </p:cNvSpPr>
          <p:nvPr>
            <p:ph type="title"/>
          </p:nvPr>
        </p:nvSpPr>
        <p:spPr/>
        <p:txBody>
          <a:bodyPr>
            <a:normAutofit/>
          </a:bodyPr>
          <a:lstStyle/>
          <a:p>
            <a:r>
              <a:rPr lang="en-US" sz="2800" dirty="0">
                <a:solidFill>
                  <a:srgbClr val="FF0000"/>
                </a:solidFill>
                <a:latin typeface="Calibri" panose="020F0502020204030204" pitchFamily="34" charset="0"/>
                <a:ea typeface="Calibri" panose="020F0502020204030204" pitchFamily="34" charset="0"/>
                <a:cs typeface="Calibri" panose="020F0502020204030204" pitchFamily="34" charset="0"/>
              </a:rPr>
              <a:t>Guest from most visited country</a:t>
            </a:r>
            <a:endParaRPr lang="en-IN" sz="28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15" name="Content Placeholder 14">
            <a:extLst>
              <a:ext uri="{FF2B5EF4-FFF2-40B4-BE49-F238E27FC236}">
                <a16:creationId xmlns:a16="http://schemas.microsoft.com/office/drawing/2014/main" id="{44DFAF47-A6F7-F236-DDF7-6922ADCEA6E5}"/>
              </a:ext>
            </a:extLst>
          </p:cNvPr>
          <p:cNvSpPr>
            <a:spLocks noGrp="1"/>
          </p:cNvSpPr>
          <p:nvPr>
            <p:ph idx="1"/>
          </p:nvPr>
        </p:nvSpPr>
        <p:spPr>
          <a:xfrm>
            <a:off x="5573486" y="1905000"/>
            <a:ext cx="5931126" cy="4245429"/>
          </a:xfrm>
        </p:spPr>
        <p:txBody>
          <a:bodyPr>
            <a:noAutofit/>
          </a:bodyPr>
          <a:lstStyle/>
          <a:p>
            <a:pPr algn="just"/>
            <a:r>
              <a:rPr lang="en-US" sz="2000" dirty="0">
                <a:latin typeface="Calibri" panose="020F0502020204030204" pitchFamily="34" charset="0"/>
                <a:ea typeface="Calibri" panose="020F0502020204030204" pitchFamily="34" charset="0"/>
                <a:cs typeface="Calibri" panose="020F0502020204030204" pitchFamily="34" charset="0"/>
              </a:rPr>
              <a:t>Portugal (PRT) contributes the highest number of guests with 27K bookings, making it the primary source market.</a:t>
            </a:r>
          </a:p>
          <a:p>
            <a:pPr algn="just"/>
            <a:r>
              <a:rPr lang="en-US" sz="2000" dirty="0">
                <a:latin typeface="Calibri" panose="020F0502020204030204" pitchFamily="34" charset="0"/>
                <a:ea typeface="Calibri" panose="020F0502020204030204" pitchFamily="34" charset="0"/>
                <a:cs typeface="Calibri" panose="020F0502020204030204" pitchFamily="34" charset="0"/>
              </a:rPr>
              <a:t>The United Kingdom (GBR) and France (FRA) follow with 10K and 9K bookings respectively.</a:t>
            </a:r>
          </a:p>
          <a:p>
            <a:pPr algn="just"/>
            <a:r>
              <a:rPr lang="en-US" sz="2000" dirty="0">
                <a:latin typeface="Calibri" panose="020F0502020204030204" pitchFamily="34" charset="0"/>
                <a:ea typeface="Calibri" panose="020F0502020204030204" pitchFamily="34" charset="0"/>
                <a:cs typeface="Calibri" panose="020F0502020204030204" pitchFamily="34" charset="0"/>
              </a:rPr>
              <a:t>Spain (ESP) and Germany (DEU) contribute 7K and 5K bookings, showing moderate demand.</a:t>
            </a:r>
          </a:p>
          <a:p>
            <a:pPr algn="just"/>
            <a:r>
              <a:rPr lang="en-US" sz="2000" dirty="0">
                <a:latin typeface="Calibri" panose="020F0502020204030204" pitchFamily="34" charset="0"/>
                <a:ea typeface="Calibri" panose="020F0502020204030204" pitchFamily="34" charset="0"/>
                <a:cs typeface="Calibri" panose="020F0502020204030204" pitchFamily="34" charset="0"/>
              </a:rPr>
              <a:t>The data indicates that European countries dominate the guest distribution for bookings.</a:t>
            </a:r>
          </a:p>
          <a:p>
            <a:pPr algn="just"/>
            <a:r>
              <a:rPr lang="en-US" sz="2000" dirty="0">
                <a:latin typeface="Calibri" panose="020F0502020204030204" pitchFamily="34" charset="0"/>
                <a:ea typeface="Calibri" panose="020F0502020204030204" pitchFamily="34" charset="0"/>
                <a:cs typeface="Calibri" panose="020F0502020204030204" pitchFamily="34" charset="0"/>
              </a:rPr>
              <a:t> This insight can help the business focus marketing and pricing strategies on high-performing source countries.</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pic>
        <p:nvPicPr>
          <p:cNvPr id="17" name="Picture 16">
            <a:extLst>
              <a:ext uri="{FF2B5EF4-FFF2-40B4-BE49-F238E27FC236}">
                <a16:creationId xmlns:a16="http://schemas.microsoft.com/office/drawing/2014/main" id="{2AAEB862-4832-0143-6057-7207CF5D5C0E}"/>
              </a:ext>
            </a:extLst>
          </p:cNvPr>
          <p:cNvPicPr>
            <a:picLocks noChangeAspect="1"/>
          </p:cNvPicPr>
          <p:nvPr/>
        </p:nvPicPr>
        <p:blipFill>
          <a:blip r:embed="rId2"/>
          <a:stretch>
            <a:fillRect/>
          </a:stretch>
        </p:blipFill>
        <p:spPr>
          <a:xfrm>
            <a:off x="272142" y="1436914"/>
            <a:ext cx="4822371" cy="4942115"/>
          </a:xfrm>
          <a:prstGeom prst="rect">
            <a:avLst/>
          </a:prstGeom>
        </p:spPr>
      </p:pic>
    </p:spTree>
    <p:extLst>
      <p:ext uri="{BB962C8B-B14F-4D97-AF65-F5344CB8AC3E}">
        <p14:creationId xmlns:p14="http://schemas.microsoft.com/office/powerpoint/2010/main" val="6240465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FBFAE-5EBA-8D70-2AB4-B7872A985D31}"/>
              </a:ext>
            </a:extLst>
          </p:cNvPr>
          <p:cNvSpPr>
            <a:spLocks noGrp="1"/>
          </p:cNvSpPr>
          <p:nvPr>
            <p:ph type="title"/>
          </p:nvPr>
        </p:nvSpPr>
        <p:spPr>
          <a:xfrm>
            <a:off x="3790354" y="533401"/>
            <a:ext cx="5854389" cy="1280890"/>
          </a:xfrm>
        </p:spPr>
        <p:txBody>
          <a:bodyPr/>
          <a:lstStyle/>
          <a:p>
            <a:r>
              <a:rPr lang="en-US" dirty="0"/>
              <a:t> </a:t>
            </a:r>
            <a:r>
              <a:rPr lang="en-US" sz="2800" dirty="0">
                <a:solidFill>
                  <a:srgbClr val="FF0000"/>
                </a:solidFill>
                <a:latin typeface="Calibri" panose="020F0502020204030204" pitchFamily="34" charset="0"/>
                <a:ea typeface="Calibri" panose="020F0502020204030204" pitchFamily="34" charset="0"/>
                <a:cs typeface="Calibri" panose="020F0502020204030204" pitchFamily="34" charset="0"/>
              </a:rPr>
              <a:t>Preferred meal type</a:t>
            </a:r>
            <a:endParaRPr lang="en-IN" sz="28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15" name="Content Placeholder 14">
            <a:extLst>
              <a:ext uri="{FF2B5EF4-FFF2-40B4-BE49-F238E27FC236}">
                <a16:creationId xmlns:a16="http://schemas.microsoft.com/office/drawing/2014/main" id="{2646C7F6-B746-7BA0-A918-F4FD841F33D5}"/>
              </a:ext>
            </a:extLst>
          </p:cNvPr>
          <p:cNvSpPr>
            <a:spLocks noGrp="1"/>
          </p:cNvSpPr>
          <p:nvPr>
            <p:ph idx="1"/>
          </p:nvPr>
        </p:nvSpPr>
        <p:spPr>
          <a:xfrm>
            <a:off x="5312227" y="1814291"/>
            <a:ext cx="6203269" cy="4619166"/>
          </a:xfrm>
        </p:spPr>
        <p:txBody>
          <a:bodyPr>
            <a:noAutofit/>
          </a:bodyPr>
          <a:lstStyle/>
          <a:p>
            <a:pPr algn="just"/>
            <a:r>
              <a:rPr lang="en-US" sz="2000" dirty="0">
                <a:latin typeface="Calibri" panose="020F0502020204030204" pitchFamily="34" charset="0"/>
                <a:ea typeface="Calibri" panose="020F0502020204030204" pitchFamily="34" charset="0"/>
                <a:cs typeface="Calibri" panose="020F0502020204030204" pitchFamily="34" charset="0"/>
              </a:rPr>
              <a:t>The majority of guests prefer Bed &amp; Breakfast (BB) with 67.9K bookings (77.85%), making it the most popular meal plan.</a:t>
            </a:r>
          </a:p>
          <a:p>
            <a:pPr algn="just"/>
            <a:r>
              <a:rPr lang="en-US" sz="2000" dirty="0">
                <a:latin typeface="Calibri" panose="020F0502020204030204" pitchFamily="34" charset="0"/>
                <a:ea typeface="Calibri" panose="020F0502020204030204" pitchFamily="34" charset="0"/>
                <a:cs typeface="Calibri" panose="020F0502020204030204" pitchFamily="34" charset="0"/>
              </a:rPr>
              <a:t>Self-Catering (SC) and Half Board (HB) contribute 9.39K (10.77%) and 9.08K (10.41%) respectively, showing moderate demand.</a:t>
            </a:r>
          </a:p>
          <a:p>
            <a:pPr algn="just"/>
            <a:r>
              <a:rPr lang="en-US" sz="2000" dirty="0">
                <a:latin typeface="Calibri" panose="020F0502020204030204" pitchFamily="34" charset="0"/>
                <a:ea typeface="Calibri" panose="020F0502020204030204" pitchFamily="34" charset="0"/>
                <a:cs typeface="Calibri" panose="020F0502020204030204" pitchFamily="34" charset="0"/>
              </a:rPr>
              <a:t>Full Board (FB) has very low preference with only 0.36K (0.41%) bookings.</a:t>
            </a:r>
          </a:p>
          <a:p>
            <a:pPr algn="just"/>
            <a:r>
              <a:rPr lang="en-US" sz="2000" dirty="0">
                <a:latin typeface="Calibri" panose="020F0502020204030204" pitchFamily="34" charset="0"/>
                <a:ea typeface="Calibri" panose="020F0502020204030204" pitchFamily="34" charset="0"/>
                <a:cs typeface="Calibri" panose="020F0502020204030204" pitchFamily="34" charset="0"/>
              </a:rPr>
              <a:t>This distribution indicates that customers favor flexible and cost-effective meal options.</a:t>
            </a:r>
          </a:p>
          <a:p>
            <a:pPr algn="just"/>
            <a:r>
              <a:rPr lang="en-US" sz="2000" dirty="0">
                <a:latin typeface="Calibri" panose="020F0502020204030204" pitchFamily="34" charset="0"/>
                <a:ea typeface="Calibri" panose="020F0502020204030204" pitchFamily="34" charset="0"/>
                <a:cs typeface="Calibri" panose="020F0502020204030204" pitchFamily="34" charset="0"/>
              </a:rPr>
              <a:t>The insight can help optimize meal plan pricing and focus service improvements on high-demand categories.</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pic>
        <p:nvPicPr>
          <p:cNvPr id="17" name="Picture 16">
            <a:extLst>
              <a:ext uri="{FF2B5EF4-FFF2-40B4-BE49-F238E27FC236}">
                <a16:creationId xmlns:a16="http://schemas.microsoft.com/office/drawing/2014/main" id="{0BC51D0F-550B-3300-9007-A8E8F0B149A9}"/>
              </a:ext>
            </a:extLst>
          </p:cNvPr>
          <p:cNvPicPr>
            <a:picLocks noChangeAspect="1"/>
          </p:cNvPicPr>
          <p:nvPr/>
        </p:nvPicPr>
        <p:blipFill>
          <a:blip r:embed="rId2"/>
          <a:stretch>
            <a:fillRect/>
          </a:stretch>
        </p:blipFill>
        <p:spPr>
          <a:xfrm>
            <a:off x="297629" y="1349829"/>
            <a:ext cx="4829542" cy="4974770"/>
          </a:xfrm>
          <a:prstGeom prst="rect">
            <a:avLst/>
          </a:prstGeom>
        </p:spPr>
      </p:pic>
    </p:spTree>
    <p:extLst>
      <p:ext uri="{BB962C8B-B14F-4D97-AF65-F5344CB8AC3E}">
        <p14:creationId xmlns:p14="http://schemas.microsoft.com/office/powerpoint/2010/main" val="27097003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0086-1E40-75C2-9A2F-4BF7D6C384BD}"/>
              </a:ext>
            </a:extLst>
          </p:cNvPr>
          <p:cNvSpPr>
            <a:spLocks noGrp="1"/>
          </p:cNvSpPr>
          <p:nvPr>
            <p:ph type="title"/>
          </p:nvPr>
        </p:nvSpPr>
        <p:spPr>
          <a:xfrm>
            <a:off x="3997181" y="624110"/>
            <a:ext cx="2664875" cy="703947"/>
          </a:xfrm>
        </p:spPr>
        <p:txBody>
          <a:bodyPr>
            <a:normAutofit/>
          </a:bodyPr>
          <a:lstStyle/>
          <a:p>
            <a:r>
              <a:rPr lang="en-US" sz="2800" dirty="0">
                <a:solidFill>
                  <a:srgbClr val="FF0000"/>
                </a:solidFill>
                <a:latin typeface="Calibri" panose="020F0502020204030204" pitchFamily="34" charset="0"/>
                <a:ea typeface="Calibri" panose="020F0502020204030204" pitchFamily="34" charset="0"/>
                <a:cs typeface="Calibri" panose="020F0502020204030204" pitchFamily="34" charset="0"/>
              </a:rPr>
              <a:t>Revenue analysis</a:t>
            </a:r>
            <a:endParaRPr lang="en-IN" sz="28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8" name="Content Placeholder 7">
            <a:extLst>
              <a:ext uri="{FF2B5EF4-FFF2-40B4-BE49-F238E27FC236}">
                <a16:creationId xmlns:a16="http://schemas.microsoft.com/office/drawing/2014/main" id="{6259D411-7B72-880C-C686-BFEF05F55FC8}"/>
              </a:ext>
            </a:extLst>
          </p:cNvPr>
          <p:cNvSpPr>
            <a:spLocks noGrp="1"/>
          </p:cNvSpPr>
          <p:nvPr>
            <p:ph idx="1"/>
          </p:nvPr>
        </p:nvSpPr>
        <p:spPr>
          <a:xfrm>
            <a:off x="5519056" y="1817914"/>
            <a:ext cx="5985555" cy="4009538"/>
          </a:xfrm>
        </p:spPr>
        <p:txBody>
          <a:bodyPr>
            <a:noAutofit/>
          </a:bodyPr>
          <a:lstStyle/>
          <a:p>
            <a:pPr algn="just"/>
            <a:r>
              <a:rPr lang="en-US" sz="2000" dirty="0">
                <a:latin typeface="Calibri" panose="020F0502020204030204" pitchFamily="34" charset="0"/>
                <a:ea typeface="Calibri" panose="020F0502020204030204" pitchFamily="34" charset="0"/>
                <a:cs typeface="Calibri" panose="020F0502020204030204" pitchFamily="34" charset="0"/>
              </a:rPr>
              <a:t>The highest revenue contribution is from 2016 with 46.31%, indicating peak business performance during that year.</a:t>
            </a:r>
          </a:p>
          <a:p>
            <a:pPr algn="just"/>
            <a:r>
              <a:rPr lang="en-US" sz="2000" dirty="0">
                <a:latin typeface="Calibri" panose="020F0502020204030204" pitchFamily="34" charset="0"/>
                <a:ea typeface="Calibri" panose="020F0502020204030204" pitchFamily="34" charset="0"/>
                <a:cs typeface="Calibri" panose="020F0502020204030204" pitchFamily="34" charset="0"/>
              </a:rPr>
              <a:t>Year 2017 contributes 40.48%, showing strong continuity in revenue generation.</a:t>
            </a:r>
          </a:p>
          <a:p>
            <a:pPr algn="just"/>
            <a:r>
              <a:rPr lang="en-US" sz="2000" dirty="0">
                <a:latin typeface="Calibri" panose="020F0502020204030204" pitchFamily="34" charset="0"/>
                <a:ea typeface="Calibri" panose="020F0502020204030204" pitchFamily="34" charset="0"/>
                <a:cs typeface="Calibri" panose="020F0502020204030204" pitchFamily="34" charset="0"/>
              </a:rPr>
              <a:t>Year 2015 accounts for only 13.2%, reflecting comparatively lower business volume.</a:t>
            </a:r>
          </a:p>
          <a:p>
            <a:pPr algn="just"/>
            <a:r>
              <a:rPr lang="en-US" sz="2000" dirty="0">
                <a:latin typeface="Calibri" panose="020F0502020204030204" pitchFamily="34" charset="0"/>
                <a:ea typeface="Calibri" panose="020F0502020204030204" pitchFamily="34" charset="0"/>
                <a:cs typeface="Calibri" panose="020F0502020204030204" pitchFamily="34" charset="0"/>
              </a:rPr>
              <a:t>There is a significant revenue growth from 2015 to 2016, followed by stable performance in 2017.</a:t>
            </a:r>
          </a:p>
          <a:p>
            <a:pPr algn="just"/>
            <a:r>
              <a:rPr lang="en-US" sz="2000" dirty="0">
                <a:latin typeface="Calibri" panose="020F0502020204030204" pitchFamily="34" charset="0"/>
                <a:ea typeface="Calibri" panose="020F0502020204030204" pitchFamily="34" charset="0"/>
                <a:cs typeface="Calibri" panose="020F0502020204030204" pitchFamily="34" charset="0"/>
              </a:rPr>
              <a:t>This trend highlights business expansion and improved revenue efficiency over time. </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pic>
        <p:nvPicPr>
          <p:cNvPr id="10" name="Picture 9">
            <a:extLst>
              <a:ext uri="{FF2B5EF4-FFF2-40B4-BE49-F238E27FC236}">
                <a16:creationId xmlns:a16="http://schemas.microsoft.com/office/drawing/2014/main" id="{76F24E4B-B687-74E1-7435-E99F99BBC3AC}"/>
              </a:ext>
            </a:extLst>
          </p:cNvPr>
          <p:cNvPicPr>
            <a:picLocks noChangeAspect="1"/>
          </p:cNvPicPr>
          <p:nvPr/>
        </p:nvPicPr>
        <p:blipFill>
          <a:blip r:embed="rId2"/>
          <a:stretch>
            <a:fillRect/>
          </a:stretch>
        </p:blipFill>
        <p:spPr>
          <a:xfrm>
            <a:off x="304800" y="1469571"/>
            <a:ext cx="4822371" cy="4764319"/>
          </a:xfrm>
          <a:prstGeom prst="rect">
            <a:avLst/>
          </a:prstGeom>
        </p:spPr>
      </p:pic>
    </p:spTree>
    <p:extLst>
      <p:ext uri="{BB962C8B-B14F-4D97-AF65-F5344CB8AC3E}">
        <p14:creationId xmlns:p14="http://schemas.microsoft.com/office/powerpoint/2010/main" val="35535368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7AE92-57E6-814F-8B14-3BDB2C8335AF}"/>
              </a:ext>
            </a:extLst>
          </p:cNvPr>
          <p:cNvSpPr>
            <a:spLocks noGrp="1"/>
          </p:cNvSpPr>
          <p:nvPr>
            <p:ph type="title"/>
          </p:nvPr>
        </p:nvSpPr>
        <p:spPr>
          <a:xfrm>
            <a:off x="3692383" y="624110"/>
            <a:ext cx="4419600" cy="769261"/>
          </a:xfrm>
        </p:spPr>
        <p:txBody>
          <a:bodyPr>
            <a:normAutofit/>
          </a:bodyPr>
          <a:lstStyle/>
          <a:p>
            <a:r>
              <a:rPr lang="en-US" sz="2800" dirty="0">
                <a:solidFill>
                  <a:srgbClr val="FF0000"/>
                </a:solidFill>
                <a:latin typeface="Calibri" panose="020F0502020204030204" pitchFamily="34" charset="0"/>
                <a:ea typeface="Calibri" panose="020F0502020204030204" pitchFamily="34" charset="0"/>
                <a:cs typeface="Calibri" panose="020F0502020204030204" pitchFamily="34" charset="0"/>
              </a:rPr>
              <a:t>Satisfaction status analysis</a:t>
            </a:r>
            <a:endParaRPr lang="en-IN" sz="28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7" name="Content Placeholder 6">
            <a:extLst>
              <a:ext uri="{FF2B5EF4-FFF2-40B4-BE49-F238E27FC236}">
                <a16:creationId xmlns:a16="http://schemas.microsoft.com/office/drawing/2014/main" id="{045B6948-BF16-1D03-462F-0B6BF34C1D73}"/>
              </a:ext>
            </a:extLst>
          </p:cNvPr>
          <p:cNvSpPr>
            <a:spLocks noGrp="1"/>
          </p:cNvSpPr>
          <p:nvPr>
            <p:ph idx="1"/>
          </p:nvPr>
        </p:nvSpPr>
        <p:spPr>
          <a:xfrm>
            <a:off x="6096000" y="1999386"/>
            <a:ext cx="5519057" cy="3106014"/>
          </a:xfrm>
        </p:spPr>
        <p:txBody>
          <a:bodyPr>
            <a:normAutofit/>
          </a:bodyPr>
          <a:lstStyle/>
          <a:p>
            <a:pPr algn="just"/>
            <a:r>
              <a:rPr lang="en-US" sz="2000" dirty="0">
                <a:latin typeface="Calibri" panose="020F0502020204030204" pitchFamily="34" charset="0"/>
                <a:ea typeface="Calibri" panose="020F0502020204030204" pitchFamily="34" charset="0"/>
                <a:cs typeface="Calibri" panose="020F0502020204030204" pitchFamily="34" charset="0"/>
              </a:rPr>
              <a:t>Most guests are happy with their stay.</a:t>
            </a:r>
          </a:p>
          <a:p>
            <a:pPr algn="just"/>
            <a:r>
              <a:rPr lang="en-US" sz="2000" dirty="0">
                <a:latin typeface="Calibri" panose="020F0502020204030204" pitchFamily="34" charset="0"/>
                <a:ea typeface="Calibri" panose="020F0502020204030204" pitchFamily="34" charset="0"/>
                <a:cs typeface="Calibri" panose="020F0502020204030204" pitchFamily="34" charset="0"/>
              </a:rPr>
              <a:t>About 85% guests are satisfied with the hotel.</a:t>
            </a:r>
          </a:p>
          <a:p>
            <a:pPr algn="just"/>
            <a:r>
              <a:rPr lang="en-US" sz="2000" dirty="0">
                <a:latin typeface="Calibri" panose="020F0502020204030204" pitchFamily="34" charset="0"/>
                <a:ea typeface="Calibri" panose="020F0502020204030204" pitchFamily="34" charset="0"/>
                <a:cs typeface="Calibri" panose="020F0502020204030204" pitchFamily="34" charset="0"/>
              </a:rPr>
              <a:t>Only a small number of guests are not satisfied.</a:t>
            </a:r>
          </a:p>
          <a:p>
            <a:pPr algn="just"/>
            <a:r>
              <a:rPr lang="en-US" sz="2000" dirty="0">
                <a:latin typeface="Calibri" panose="020F0502020204030204" pitchFamily="34" charset="0"/>
                <a:ea typeface="Calibri" panose="020F0502020204030204" pitchFamily="34" charset="0"/>
                <a:cs typeface="Calibri" panose="020F0502020204030204" pitchFamily="34" charset="0"/>
              </a:rPr>
              <a:t>This shows the hotel provides good service.</a:t>
            </a:r>
          </a:p>
          <a:p>
            <a:pPr algn="just"/>
            <a:r>
              <a:rPr lang="en-US" sz="2000" dirty="0">
                <a:latin typeface="Calibri" panose="020F0502020204030204" pitchFamily="34" charset="0"/>
                <a:ea typeface="Calibri" panose="020F0502020204030204" pitchFamily="34" charset="0"/>
                <a:cs typeface="Calibri" panose="020F0502020204030204" pitchFamily="34" charset="0"/>
              </a:rPr>
              <a:t>High satisfaction can lead to more repeat bookings.</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9DC3E62D-E635-44A1-07B0-3E333E86E01F}"/>
              </a:ext>
            </a:extLst>
          </p:cNvPr>
          <p:cNvPicPr>
            <a:picLocks noChangeAspect="1"/>
          </p:cNvPicPr>
          <p:nvPr/>
        </p:nvPicPr>
        <p:blipFill>
          <a:blip r:embed="rId2"/>
          <a:stretch>
            <a:fillRect/>
          </a:stretch>
        </p:blipFill>
        <p:spPr>
          <a:xfrm>
            <a:off x="495724" y="1545771"/>
            <a:ext cx="4990676" cy="4800600"/>
          </a:xfrm>
          <a:prstGeom prst="rect">
            <a:avLst/>
          </a:prstGeom>
        </p:spPr>
      </p:pic>
    </p:spTree>
    <p:extLst>
      <p:ext uri="{BB962C8B-B14F-4D97-AF65-F5344CB8AC3E}">
        <p14:creationId xmlns:p14="http://schemas.microsoft.com/office/powerpoint/2010/main" val="18754794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48361-AC93-8D47-BCB4-17DC90AFDAC3}"/>
              </a:ext>
            </a:extLst>
          </p:cNvPr>
          <p:cNvSpPr>
            <a:spLocks noGrp="1"/>
          </p:cNvSpPr>
          <p:nvPr>
            <p:ph type="title"/>
          </p:nvPr>
        </p:nvSpPr>
        <p:spPr>
          <a:xfrm>
            <a:off x="3054505" y="700310"/>
            <a:ext cx="6082989" cy="1008747"/>
          </a:xfrm>
        </p:spPr>
        <p:txBody>
          <a:bodyPr>
            <a:normAutofit/>
          </a:bodyPr>
          <a:lstStyle/>
          <a:p>
            <a:r>
              <a:rPr lang="en-US" sz="2800" dirty="0">
                <a:latin typeface="Calibri" panose="020F0502020204030204" pitchFamily="34" charset="0"/>
                <a:ea typeface="Calibri" panose="020F0502020204030204" pitchFamily="34" charset="0"/>
                <a:cs typeface="Calibri" panose="020F0502020204030204" pitchFamily="34" charset="0"/>
              </a:rPr>
              <a:t>Most preferred market segment</a:t>
            </a:r>
            <a:endParaRPr lang="en-IN" sz="2800" dirty="0">
              <a:latin typeface="Calibri" panose="020F0502020204030204" pitchFamily="34" charset="0"/>
              <a:ea typeface="Calibri" panose="020F0502020204030204" pitchFamily="34" charset="0"/>
              <a:cs typeface="Calibri" panose="020F0502020204030204" pitchFamily="34" charset="0"/>
            </a:endParaRPr>
          </a:p>
        </p:txBody>
      </p:sp>
      <p:sp>
        <p:nvSpPr>
          <p:cNvPr id="11" name="Content Placeholder 10">
            <a:extLst>
              <a:ext uri="{FF2B5EF4-FFF2-40B4-BE49-F238E27FC236}">
                <a16:creationId xmlns:a16="http://schemas.microsoft.com/office/drawing/2014/main" id="{9CE0C13F-BB79-71E7-F496-4B39383DE138}"/>
              </a:ext>
            </a:extLst>
          </p:cNvPr>
          <p:cNvSpPr>
            <a:spLocks noGrp="1"/>
          </p:cNvSpPr>
          <p:nvPr>
            <p:ph idx="1"/>
          </p:nvPr>
        </p:nvSpPr>
        <p:spPr>
          <a:xfrm>
            <a:off x="4876800" y="1904999"/>
            <a:ext cx="6780212" cy="4332515"/>
          </a:xfrm>
        </p:spPr>
        <p:txBody>
          <a:bodyPr>
            <a:noAutofit/>
          </a:bodyPr>
          <a:lstStyle/>
          <a:p>
            <a:pPr algn="just"/>
            <a:r>
              <a:rPr lang="en-US" sz="2000" dirty="0">
                <a:latin typeface="Calibri" panose="020F0502020204030204" pitchFamily="34" charset="0"/>
                <a:ea typeface="Calibri" panose="020F0502020204030204" pitchFamily="34" charset="0"/>
                <a:cs typeface="Calibri" panose="020F0502020204030204" pitchFamily="34" charset="0"/>
              </a:rPr>
              <a:t>Online TA is the most preferred market segment, with the highest number of bookings (51,552), showing strong customer trust in online platforms.</a:t>
            </a:r>
          </a:p>
          <a:p>
            <a:pPr algn="just"/>
            <a:r>
              <a:rPr lang="en-US" sz="2000" dirty="0">
                <a:latin typeface="Calibri" panose="020F0502020204030204" pitchFamily="34" charset="0"/>
                <a:ea typeface="Calibri" panose="020F0502020204030204" pitchFamily="34" charset="0"/>
                <a:cs typeface="Calibri" panose="020F0502020204030204" pitchFamily="34" charset="0"/>
              </a:rPr>
              <a:t>Online TA/TO ranks second (13,855 bookings), confirming that online channels dominate hotel bookings.</a:t>
            </a:r>
          </a:p>
          <a:p>
            <a:pPr algn="just"/>
            <a:r>
              <a:rPr lang="en-US" sz="2000" dirty="0">
                <a:latin typeface="Calibri" panose="020F0502020204030204" pitchFamily="34" charset="0"/>
                <a:ea typeface="Calibri" panose="020F0502020204030204" pitchFamily="34" charset="0"/>
                <a:cs typeface="Calibri" panose="020F0502020204030204" pitchFamily="34" charset="0"/>
              </a:rPr>
              <a:t>Direct bookings are important but much lower than online sources, indicating limited customer direct engagement.</a:t>
            </a:r>
          </a:p>
          <a:p>
            <a:pPr algn="just"/>
            <a:r>
              <a:rPr lang="en-US" sz="2000" dirty="0">
                <a:latin typeface="Calibri" panose="020F0502020204030204" pitchFamily="34" charset="0"/>
                <a:ea typeface="Calibri" panose="020F0502020204030204" pitchFamily="34" charset="0"/>
                <a:cs typeface="Calibri" panose="020F0502020204030204" pitchFamily="34" charset="0"/>
              </a:rPr>
              <a:t> and Group bookings are moderate, contributing steadily but not as much as online channels.</a:t>
            </a:r>
          </a:p>
          <a:p>
            <a:pPr algn="just"/>
            <a:r>
              <a:rPr lang="en-US" sz="2000" dirty="0">
                <a:latin typeface="Calibri" panose="020F0502020204030204" pitchFamily="34" charset="0"/>
                <a:ea typeface="Calibri" panose="020F0502020204030204" pitchFamily="34" charset="0"/>
                <a:cs typeface="Calibri" panose="020F0502020204030204" pitchFamily="34" charset="0"/>
              </a:rPr>
              <a:t>Aviation and Complimentary bookings are very low, suggesting minimal impact from these segments and scope to improve direct booking strategies through offers or loyalty programs</a:t>
            </a:r>
            <a:r>
              <a:rPr lang="en-US" sz="2000" dirty="0"/>
              <a:t>.</a:t>
            </a:r>
            <a:endParaRPr lang="en-IN" sz="2000" dirty="0"/>
          </a:p>
        </p:txBody>
      </p:sp>
      <p:pic>
        <p:nvPicPr>
          <p:cNvPr id="17" name="Picture 16">
            <a:extLst>
              <a:ext uri="{FF2B5EF4-FFF2-40B4-BE49-F238E27FC236}">
                <a16:creationId xmlns:a16="http://schemas.microsoft.com/office/drawing/2014/main" id="{0B29F9B6-49AA-5C9D-D3E4-4ADE5163FE39}"/>
              </a:ext>
            </a:extLst>
          </p:cNvPr>
          <p:cNvPicPr>
            <a:picLocks noChangeAspect="1"/>
          </p:cNvPicPr>
          <p:nvPr/>
        </p:nvPicPr>
        <p:blipFill>
          <a:blip r:embed="rId2"/>
          <a:stretch>
            <a:fillRect/>
          </a:stretch>
        </p:blipFill>
        <p:spPr>
          <a:xfrm>
            <a:off x="218446" y="2037449"/>
            <a:ext cx="4299125" cy="3873773"/>
          </a:xfrm>
          <a:prstGeom prst="rect">
            <a:avLst/>
          </a:prstGeom>
        </p:spPr>
      </p:pic>
    </p:spTree>
    <p:extLst>
      <p:ext uri="{BB962C8B-B14F-4D97-AF65-F5344CB8AC3E}">
        <p14:creationId xmlns:p14="http://schemas.microsoft.com/office/powerpoint/2010/main" val="26032985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E087B-6A6E-3500-717A-331E5CFE68CA}"/>
              </a:ext>
            </a:extLst>
          </p:cNvPr>
          <p:cNvSpPr>
            <a:spLocks noGrp="1"/>
          </p:cNvSpPr>
          <p:nvPr>
            <p:ph type="title"/>
          </p:nvPr>
        </p:nvSpPr>
        <p:spPr>
          <a:xfrm>
            <a:off x="2306309" y="638347"/>
            <a:ext cx="8911687" cy="809453"/>
          </a:xfrm>
        </p:spPr>
        <p:txBody>
          <a:bodyPr>
            <a:normAutofit/>
          </a:bodyPr>
          <a:lstStyle/>
          <a:p>
            <a:r>
              <a:rPr lang="en-US" sz="2800" dirty="0">
                <a:latin typeface="Calibri" panose="020F0502020204030204" pitchFamily="34" charset="0"/>
                <a:ea typeface="Calibri" panose="020F0502020204030204" pitchFamily="34" charset="0"/>
                <a:cs typeface="Calibri" panose="020F0502020204030204" pitchFamily="34" charset="0"/>
              </a:rPr>
              <a:t>Average Stay Duration by Hotel</a:t>
            </a:r>
            <a:endParaRPr lang="en-IN" sz="2800"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7707102E-0163-87B0-66C6-F49ABCD4A391}"/>
              </a:ext>
            </a:extLst>
          </p:cNvPr>
          <p:cNvSpPr>
            <a:spLocks noGrp="1"/>
          </p:cNvSpPr>
          <p:nvPr>
            <p:ph idx="1"/>
          </p:nvPr>
        </p:nvSpPr>
        <p:spPr>
          <a:xfrm>
            <a:off x="4931230" y="2133600"/>
            <a:ext cx="6573382" cy="3777622"/>
          </a:xfrm>
        </p:spPr>
        <p:txBody>
          <a:bodyPr>
            <a:no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This chart shows the average stay duration (number of nights) for City Hotel and Resort Hotel.</a:t>
            </a:r>
          </a:p>
          <a:p>
            <a:r>
              <a:rPr lang="en-US" sz="2000" dirty="0">
                <a:latin typeface="Calibri" panose="020F0502020204030204" pitchFamily="34" charset="0"/>
                <a:ea typeface="Calibri" panose="020F0502020204030204" pitchFamily="34" charset="0"/>
                <a:cs typeface="Calibri" panose="020F0502020204030204" pitchFamily="34" charset="0"/>
              </a:rPr>
              <a:t>It compares the average total stay across different years (2015, 2016, 2017).</a:t>
            </a:r>
          </a:p>
          <a:p>
            <a:r>
              <a:rPr lang="en-US" sz="2000" dirty="0">
                <a:latin typeface="Calibri" panose="020F0502020204030204" pitchFamily="34" charset="0"/>
                <a:ea typeface="Calibri" panose="020F0502020204030204" pitchFamily="34" charset="0"/>
                <a:cs typeface="Calibri" panose="020F0502020204030204" pitchFamily="34" charset="0"/>
              </a:rPr>
              <a:t>City Hotel guests stay for about 3 nights on average every year.</a:t>
            </a:r>
          </a:p>
          <a:p>
            <a:r>
              <a:rPr lang="en-US" sz="2000" dirty="0">
                <a:latin typeface="Calibri" panose="020F0502020204030204" pitchFamily="34" charset="0"/>
                <a:ea typeface="Calibri" panose="020F0502020204030204" pitchFamily="34" charset="0"/>
                <a:cs typeface="Calibri" panose="020F0502020204030204" pitchFamily="34" charset="0"/>
              </a:rPr>
              <a:t>Resort Hotel guests stay longer, around 4–5 nights on average.</a:t>
            </a:r>
          </a:p>
          <a:p>
            <a:r>
              <a:rPr lang="en-US" sz="2000" dirty="0">
                <a:latin typeface="Calibri" panose="020F0502020204030204" pitchFamily="34" charset="0"/>
                <a:ea typeface="Calibri" panose="020F0502020204030204" pitchFamily="34" charset="0"/>
                <a:cs typeface="Calibri" panose="020F0502020204030204" pitchFamily="34" charset="0"/>
              </a:rPr>
              <a:t>Overall, Resort Hotels have longer stay than City Hotels, showing they are preferred for longer vacations.</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58BEFE2E-1632-A91C-E6E0-D2122F548A4F}"/>
              </a:ext>
            </a:extLst>
          </p:cNvPr>
          <p:cNvPicPr>
            <a:picLocks noChangeAspect="1"/>
          </p:cNvPicPr>
          <p:nvPr/>
        </p:nvPicPr>
        <p:blipFill>
          <a:blip r:embed="rId2"/>
          <a:stretch>
            <a:fillRect/>
          </a:stretch>
        </p:blipFill>
        <p:spPr>
          <a:xfrm>
            <a:off x="195943" y="1545771"/>
            <a:ext cx="4517571" cy="4953000"/>
          </a:xfrm>
          <a:prstGeom prst="rect">
            <a:avLst/>
          </a:prstGeom>
        </p:spPr>
      </p:pic>
    </p:spTree>
    <p:extLst>
      <p:ext uri="{BB962C8B-B14F-4D97-AF65-F5344CB8AC3E}">
        <p14:creationId xmlns:p14="http://schemas.microsoft.com/office/powerpoint/2010/main" val="7858172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24292-07D2-2870-D715-BCD69CD84037}"/>
              </a:ext>
            </a:extLst>
          </p:cNvPr>
          <p:cNvSpPr>
            <a:spLocks noGrp="1"/>
          </p:cNvSpPr>
          <p:nvPr>
            <p:ph type="title"/>
          </p:nvPr>
        </p:nvSpPr>
        <p:spPr>
          <a:xfrm>
            <a:off x="2592925" y="624110"/>
            <a:ext cx="8911687" cy="693061"/>
          </a:xfrm>
        </p:spPr>
        <p:txBody>
          <a:bodyPr>
            <a:normAutofit/>
          </a:bodyPr>
          <a:lstStyle/>
          <a:p>
            <a:r>
              <a:rPr lang="en-IN" sz="2800" dirty="0">
                <a:latin typeface="Calibri" panose="020F0502020204030204" pitchFamily="34" charset="0"/>
                <a:ea typeface="Calibri" panose="020F0502020204030204" pitchFamily="34" charset="0"/>
                <a:cs typeface="Calibri" panose="020F0502020204030204" pitchFamily="34" charset="0"/>
              </a:rPr>
              <a:t>             Deposit Type Analysis</a:t>
            </a:r>
          </a:p>
        </p:txBody>
      </p:sp>
      <p:sp>
        <p:nvSpPr>
          <p:cNvPr id="3" name="Content Placeholder 2">
            <a:extLst>
              <a:ext uri="{FF2B5EF4-FFF2-40B4-BE49-F238E27FC236}">
                <a16:creationId xmlns:a16="http://schemas.microsoft.com/office/drawing/2014/main" id="{185B4D02-3CAB-2E74-808F-8CB6C1CFA297}"/>
              </a:ext>
            </a:extLst>
          </p:cNvPr>
          <p:cNvSpPr>
            <a:spLocks noGrp="1"/>
          </p:cNvSpPr>
          <p:nvPr>
            <p:ph idx="1"/>
          </p:nvPr>
        </p:nvSpPr>
        <p:spPr>
          <a:xfrm>
            <a:off x="5236029" y="2296887"/>
            <a:ext cx="6268583" cy="3265713"/>
          </a:xfrm>
        </p:spPr>
        <p:txBody>
          <a:bodyPr>
            <a:normAutofit/>
          </a:bodyPr>
          <a:lstStyle/>
          <a:p>
            <a:pPr algn="just"/>
            <a:r>
              <a:rPr lang="en-US" sz="2000" dirty="0">
                <a:latin typeface="Calibri" panose="020F0502020204030204" pitchFamily="34" charset="0"/>
                <a:ea typeface="Calibri" panose="020F0502020204030204" pitchFamily="34" charset="0"/>
                <a:cs typeface="Calibri" panose="020F0502020204030204" pitchFamily="34" charset="0"/>
              </a:rPr>
              <a:t>Most bookings are made without any deposit (about 98.6%).</a:t>
            </a:r>
          </a:p>
          <a:p>
            <a:pPr algn="just"/>
            <a:r>
              <a:rPr lang="en-US" sz="2000" dirty="0">
                <a:latin typeface="Calibri" panose="020F0502020204030204" pitchFamily="34" charset="0"/>
                <a:ea typeface="Calibri" panose="020F0502020204030204" pitchFamily="34" charset="0"/>
                <a:cs typeface="Calibri" panose="020F0502020204030204" pitchFamily="34" charset="0"/>
              </a:rPr>
              <a:t>Very few bookings are Non-Refundable (about 1.2%).</a:t>
            </a:r>
          </a:p>
          <a:p>
            <a:pPr algn="just"/>
            <a:r>
              <a:rPr lang="en-US" sz="2000" dirty="0">
                <a:latin typeface="Calibri" panose="020F0502020204030204" pitchFamily="34" charset="0"/>
                <a:ea typeface="Calibri" panose="020F0502020204030204" pitchFamily="34" charset="0"/>
                <a:cs typeface="Calibri" panose="020F0502020204030204" pitchFamily="34" charset="0"/>
              </a:rPr>
              <a:t>Refundable bookings are almost zero.</a:t>
            </a:r>
          </a:p>
          <a:p>
            <a:pPr algn="just"/>
            <a:r>
              <a:rPr lang="en-US" sz="2000" dirty="0">
                <a:latin typeface="Calibri" panose="020F0502020204030204" pitchFamily="34" charset="0"/>
                <a:ea typeface="Calibri" panose="020F0502020204030204" pitchFamily="34" charset="0"/>
                <a:cs typeface="Calibri" panose="020F0502020204030204" pitchFamily="34" charset="0"/>
              </a:rPr>
              <a:t>Guests prefer flexible and risk-free booking options</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031DD043-5309-C2A6-F828-DE1D4EB96E22}"/>
              </a:ext>
            </a:extLst>
          </p:cNvPr>
          <p:cNvPicPr>
            <a:picLocks noChangeAspect="1"/>
          </p:cNvPicPr>
          <p:nvPr/>
        </p:nvPicPr>
        <p:blipFill>
          <a:blip r:embed="rId2"/>
          <a:stretch>
            <a:fillRect/>
          </a:stretch>
        </p:blipFill>
        <p:spPr>
          <a:xfrm>
            <a:off x="206829" y="1839687"/>
            <a:ext cx="4702628" cy="4680856"/>
          </a:xfrm>
          <a:prstGeom prst="rect">
            <a:avLst/>
          </a:prstGeom>
        </p:spPr>
      </p:pic>
    </p:spTree>
    <p:extLst>
      <p:ext uri="{BB962C8B-B14F-4D97-AF65-F5344CB8AC3E}">
        <p14:creationId xmlns:p14="http://schemas.microsoft.com/office/powerpoint/2010/main" val="17512257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869F9-E12D-3D83-B5C0-EA415F1F07CA}"/>
              </a:ext>
            </a:extLst>
          </p:cNvPr>
          <p:cNvSpPr>
            <a:spLocks noGrp="1"/>
          </p:cNvSpPr>
          <p:nvPr>
            <p:ph type="title"/>
          </p:nvPr>
        </p:nvSpPr>
        <p:spPr>
          <a:xfrm>
            <a:off x="2266355" y="588416"/>
            <a:ext cx="8107732" cy="823690"/>
          </a:xfrm>
        </p:spPr>
        <p:txBody>
          <a:bodyPr>
            <a:normAutofit/>
          </a:bodyPr>
          <a:lstStyle/>
          <a:p>
            <a:r>
              <a:rPr lang="en-US" sz="2800" dirty="0">
                <a:latin typeface="Calibri" panose="020F0502020204030204" pitchFamily="34" charset="0"/>
                <a:ea typeface="Calibri" panose="020F0502020204030204" pitchFamily="34" charset="0"/>
                <a:cs typeface="Calibri" panose="020F0502020204030204" pitchFamily="34" charset="0"/>
              </a:rPr>
              <a:t>Average Daily Rate (ADR) by hotel type</a:t>
            </a:r>
            <a:endParaRPr lang="en-IN" sz="2800"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E3DE4F37-F9BA-37C7-1FB5-10E537AEDD20}"/>
              </a:ext>
            </a:extLst>
          </p:cNvPr>
          <p:cNvSpPr>
            <a:spLocks noGrp="1"/>
          </p:cNvSpPr>
          <p:nvPr>
            <p:ph idx="1"/>
          </p:nvPr>
        </p:nvSpPr>
        <p:spPr>
          <a:xfrm>
            <a:off x="5464629" y="2068286"/>
            <a:ext cx="6094411" cy="3069771"/>
          </a:xfrm>
        </p:spPr>
        <p:txBody>
          <a:bodyPr/>
          <a:lstStyle/>
          <a:p>
            <a:pPr algn="just"/>
            <a:r>
              <a:rPr lang="en-US" sz="2000" dirty="0">
                <a:latin typeface="Calibri" panose="020F0502020204030204" pitchFamily="34" charset="0"/>
                <a:ea typeface="Calibri" panose="020F0502020204030204" pitchFamily="34" charset="0"/>
                <a:cs typeface="Calibri" panose="020F0502020204030204" pitchFamily="34" charset="0"/>
              </a:rPr>
              <a:t>This chart compares the average room price per night for City Hotels and Resort Hotels.</a:t>
            </a:r>
          </a:p>
          <a:p>
            <a:pPr algn="just"/>
            <a:r>
              <a:rPr lang="en-US" sz="2000" dirty="0">
                <a:latin typeface="Calibri" panose="020F0502020204030204" pitchFamily="34" charset="0"/>
                <a:ea typeface="Calibri" panose="020F0502020204030204" pitchFamily="34" charset="0"/>
                <a:cs typeface="Calibri" panose="020F0502020204030204" pitchFamily="34" charset="0"/>
              </a:rPr>
              <a:t>Based on this chart, we can say that City Hotels have a higher average ADR (111) than Resort Hotels (99). </a:t>
            </a:r>
          </a:p>
          <a:p>
            <a:pPr algn="just"/>
            <a:r>
              <a:rPr lang="en-US" sz="2000" dirty="0">
                <a:latin typeface="Calibri" panose="020F0502020204030204" pitchFamily="34" charset="0"/>
                <a:ea typeface="Calibri" panose="020F0502020204030204" pitchFamily="34" charset="0"/>
                <a:cs typeface="Calibri" panose="020F0502020204030204" pitchFamily="34" charset="0"/>
              </a:rPr>
              <a:t>City hotels generate more revenue per room per night, indicating higher demand or premium pricing.</a:t>
            </a:r>
          </a:p>
          <a:p>
            <a:pPr marL="0" indent="0">
              <a:buNone/>
            </a:pPr>
            <a:endParaRPr lang="en-IN" dirty="0"/>
          </a:p>
        </p:txBody>
      </p:sp>
      <p:pic>
        <p:nvPicPr>
          <p:cNvPr id="5" name="Picture 4">
            <a:extLst>
              <a:ext uri="{FF2B5EF4-FFF2-40B4-BE49-F238E27FC236}">
                <a16:creationId xmlns:a16="http://schemas.microsoft.com/office/drawing/2014/main" id="{27231794-872E-D9D9-AF3B-F97DCFA50E5E}"/>
              </a:ext>
            </a:extLst>
          </p:cNvPr>
          <p:cNvPicPr>
            <a:picLocks noChangeAspect="1"/>
          </p:cNvPicPr>
          <p:nvPr/>
        </p:nvPicPr>
        <p:blipFill>
          <a:blip r:embed="rId2"/>
          <a:stretch>
            <a:fillRect/>
          </a:stretch>
        </p:blipFill>
        <p:spPr>
          <a:xfrm>
            <a:off x="402771" y="2068286"/>
            <a:ext cx="4724400" cy="4201298"/>
          </a:xfrm>
          <a:prstGeom prst="rect">
            <a:avLst/>
          </a:prstGeom>
        </p:spPr>
      </p:pic>
    </p:spTree>
    <p:extLst>
      <p:ext uri="{BB962C8B-B14F-4D97-AF65-F5344CB8AC3E}">
        <p14:creationId xmlns:p14="http://schemas.microsoft.com/office/powerpoint/2010/main" val="36434366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36E4B-7670-5BAF-9802-970B298DDF48}"/>
              </a:ext>
            </a:extLst>
          </p:cNvPr>
          <p:cNvSpPr>
            <a:spLocks noGrp="1"/>
          </p:cNvSpPr>
          <p:nvPr>
            <p:ph type="title"/>
          </p:nvPr>
        </p:nvSpPr>
        <p:spPr>
          <a:xfrm>
            <a:off x="2484068" y="501230"/>
            <a:ext cx="8911687" cy="891096"/>
          </a:xfrm>
        </p:spPr>
        <p:txBody>
          <a:bodyPr>
            <a:normAutofit/>
          </a:bodyPr>
          <a:lstStyle/>
          <a:p>
            <a:r>
              <a:rPr lang="en-US" sz="3200" dirty="0">
                <a:latin typeface="Calibri" panose="020F0502020204030204" pitchFamily="34" charset="0"/>
                <a:ea typeface="Calibri" panose="020F0502020204030204" pitchFamily="34" charset="0"/>
                <a:cs typeface="Calibri" panose="020F0502020204030204" pitchFamily="34" charset="0"/>
              </a:rPr>
              <a:t>                      KPIs</a:t>
            </a:r>
            <a:endParaRPr lang="en-IN" sz="3200"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8A0CEF8A-3F39-9C0A-15F0-E03B6A9D6F56}"/>
              </a:ext>
            </a:extLst>
          </p:cNvPr>
          <p:cNvSpPr>
            <a:spLocks noGrp="1"/>
          </p:cNvSpPr>
          <p:nvPr>
            <p:ph idx="1"/>
          </p:nvPr>
        </p:nvSpPr>
        <p:spPr>
          <a:xfrm>
            <a:off x="5399314" y="2133600"/>
            <a:ext cx="6520542" cy="3777622"/>
          </a:xfrm>
        </p:spPr>
        <p:txBody>
          <a:bodyPr>
            <a:noAutofit/>
          </a:bodyPr>
          <a:lstStyle/>
          <a:p>
            <a:pPr algn="just"/>
            <a:r>
              <a:rPr lang="en-US" sz="2000" dirty="0">
                <a:latin typeface="Calibri" panose="020F0502020204030204" pitchFamily="34" charset="0"/>
                <a:ea typeface="Calibri" panose="020F0502020204030204" pitchFamily="34" charset="0"/>
                <a:cs typeface="Calibri" panose="020F0502020204030204" pitchFamily="34" charset="0"/>
              </a:rPr>
              <a:t>Total Bookings</a:t>
            </a:r>
          </a:p>
          <a:p>
            <a:pPr marL="0" indent="0" algn="just">
              <a:buNone/>
            </a:pPr>
            <a:r>
              <a:rPr lang="en-US" sz="2000" dirty="0">
                <a:latin typeface="Calibri" panose="020F0502020204030204" pitchFamily="34" charset="0"/>
                <a:ea typeface="Calibri" panose="020F0502020204030204" pitchFamily="34" charset="0"/>
                <a:cs typeface="Calibri" panose="020F0502020204030204" pitchFamily="34" charset="0"/>
              </a:rPr>
              <a:t>      87.22K bookings</a:t>
            </a:r>
          </a:p>
          <a:p>
            <a:pPr marL="0" indent="0" algn="just">
              <a:buNone/>
            </a:pPr>
            <a:r>
              <a:rPr lang="en-US" sz="2000" dirty="0">
                <a:latin typeface="Calibri" panose="020F0502020204030204" pitchFamily="34" charset="0"/>
                <a:ea typeface="Calibri" panose="020F0502020204030204" pitchFamily="34" charset="0"/>
                <a:cs typeface="Calibri" panose="020F0502020204030204" pitchFamily="34" charset="0"/>
              </a:rPr>
              <a:t>      Shows the total number of bookings received.</a:t>
            </a:r>
          </a:p>
          <a:p>
            <a:pPr algn="just"/>
            <a:r>
              <a:rPr lang="en-US" sz="2000" dirty="0">
                <a:latin typeface="Calibri" panose="020F0502020204030204" pitchFamily="34" charset="0"/>
                <a:ea typeface="Calibri" panose="020F0502020204030204" pitchFamily="34" charset="0"/>
                <a:cs typeface="Calibri" panose="020F0502020204030204" pitchFamily="34" charset="0"/>
              </a:rPr>
              <a:t>Average ADR (Average Daily Rate)</a:t>
            </a:r>
          </a:p>
          <a:p>
            <a:pPr marL="0" indent="0" algn="just">
              <a:buNone/>
            </a:pPr>
            <a:r>
              <a:rPr lang="en-US" sz="2000" dirty="0">
                <a:latin typeface="Calibri" panose="020F0502020204030204" pitchFamily="34" charset="0"/>
                <a:ea typeface="Calibri" panose="020F0502020204030204" pitchFamily="34" charset="0"/>
                <a:cs typeface="Calibri" panose="020F0502020204030204" pitchFamily="34" charset="0"/>
              </a:rPr>
              <a:t>      106.53</a:t>
            </a:r>
          </a:p>
          <a:p>
            <a:pPr marL="0" indent="0" algn="just">
              <a:buNone/>
            </a:pPr>
            <a:r>
              <a:rPr lang="en-US" sz="2000" dirty="0">
                <a:latin typeface="Calibri" panose="020F0502020204030204" pitchFamily="34" charset="0"/>
                <a:ea typeface="Calibri" panose="020F0502020204030204" pitchFamily="34" charset="0"/>
                <a:cs typeface="Calibri" panose="020F0502020204030204" pitchFamily="34" charset="0"/>
              </a:rPr>
              <a:t>      shows the average priced charged per room.</a:t>
            </a:r>
          </a:p>
          <a:p>
            <a:pPr algn="just"/>
            <a:r>
              <a:rPr lang="en-US" sz="2000" dirty="0">
                <a:latin typeface="Calibri" panose="020F0502020204030204" pitchFamily="34" charset="0"/>
                <a:ea typeface="Calibri" panose="020F0502020204030204" pitchFamily="34" charset="0"/>
                <a:cs typeface="Calibri" panose="020F0502020204030204" pitchFamily="34" charset="0"/>
              </a:rPr>
              <a:t>Total Revenue (Sum of ADR)</a:t>
            </a:r>
          </a:p>
          <a:p>
            <a:pPr marL="0" indent="0" algn="just">
              <a:buNone/>
            </a:pPr>
            <a:r>
              <a:rPr lang="en-US" sz="2000" dirty="0">
                <a:latin typeface="Calibri" panose="020F0502020204030204" pitchFamily="34" charset="0"/>
                <a:ea typeface="Calibri" panose="020F0502020204030204" pitchFamily="34" charset="0"/>
                <a:cs typeface="Calibri" panose="020F0502020204030204" pitchFamily="34" charset="0"/>
              </a:rPr>
              <a:t>      9.29M</a:t>
            </a:r>
          </a:p>
          <a:p>
            <a:pPr marL="0" indent="0" algn="just">
              <a:buNone/>
            </a:pPr>
            <a:r>
              <a:rPr lang="en-US" sz="2000" dirty="0">
                <a:latin typeface="Calibri" panose="020F0502020204030204" pitchFamily="34" charset="0"/>
                <a:ea typeface="Calibri" panose="020F0502020204030204" pitchFamily="34" charset="0"/>
                <a:cs typeface="Calibri" panose="020F0502020204030204" pitchFamily="34" charset="0"/>
              </a:rPr>
              <a:t>     Shows the overall revenue generated from bookings.</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C1E6455B-136D-FB5C-CA31-33724DA0ED87}"/>
              </a:ext>
            </a:extLst>
          </p:cNvPr>
          <p:cNvPicPr>
            <a:picLocks noChangeAspect="1"/>
          </p:cNvPicPr>
          <p:nvPr/>
        </p:nvPicPr>
        <p:blipFill>
          <a:blip r:embed="rId2"/>
          <a:stretch>
            <a:fillRect/>
          </a:stretch>
        </p:blipFill>
        <p:spPr>
          <a:xfrm>
            <a:off x="272144" y="1948544"/>
            <a:ext cx="4321627" cy="4285346"/>
          </a:xfrm>
          <a:prstGeom prst="rect">
            <a:avLst/>
          </a:prstGeom>
        </p:spPr>
      </p:pic>
    </p:spTree>
    <p:extLst>
      <p:ext uri="{BB962C8B-B14F-4D97-AF65-F5344CB8AC3E}">
        <p14:creationId xmlns:p14="http://schemas.microsoft.com/office/powerpoint/2010/main" val="22594993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B7ACB-506F-8383-D46B-A704D7C4D63F}"/>
              </a:ext>
            </a:extLst>
          </p:cNvPr>
          <p:cNvSpPr>
            <a:spLocks noGrp="1"/>
          </p:cNvSpPr>
          <p:nvPr>
            <p:ph type="title"/>
          </p:nvPr>
        </p:nvSpPr>
        <p:spPr>
          <a:xfrm>
            <a:off x="2295424" y="518604"/>
            <a:ext cx="8911687" cy="856347"/>
          </a:xfrm>
        </p:spPr>
        <p:txBody>
          <a:bodyPr>
            <a:normAutofit/>
          </a:bodyPr>
          <a:lstStyle/>
          <a:p>
            <a:r>
              <a:rPr lang="en-IN" sz="2800" dirty="0">
                <a:latin typeface="Calibri" panose="020F0502020204030204" pitchFamily="34" charset="0"/>
                <a:ea typeface="Calibri" panose="020F0502020204030204" pitchFamily="34" charset="0"/>
                <a:cs typeface="Calibri" panose="020F0502020204030204" pitchFamily="34" charset="0"/>
              </a:rPr>
              <a:t>        Revenue by Market Segment</a:t>
            </a:r>
          </a:p>
        </p:txBody>
      </p:sp>
      <p:sp>
        <p:nvSpPr>
          <p:cNvPr id="3" name="Content Placeholder 2">
            <a:extLst>
              <a:ext uri="{FF2B5EF4-FFF2-40B4-BE49-F238E27FC236}">
                <a16:creationId xmlns:a16="http://schemas.microsoft.com/office/drawing/2014/main" id="{6F902828-CB88-352E-0A47-2E2EAD530D76}"/>
              </a:ext>
            </a:extLst>
          </p:cNvPr>
          <p:cNvSpPr>
            <a:spLocks noGrp="1"/>
          </p:cNvSpPr>
          <p:nvPr>
            <p:ph idx="1"/>
          </p:nvPr>
        </p:nvSpPr>
        <p:spPr>
          <a:xfrm>
            <a:off x="5246914" y="1785257"/>
            <a:ext cx="6257697" cy="4125965"/>
          </a:xfrm>
        </p:spPr>
        <p:txBody>
          <a:bodyPr>
            <a:no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This chart compares total revenue (Sum of ADR) from different market segments.</a:t>
            </a:r>
          </a:p>
          <a:p>
            <a:r>
              <a:rPr lang="en-US" sz="2000" dirty="0">
                <a:latin typeface="Calibri" panose="020F0502020204030204" pitchFamily="34" charset="0"/>
                <a:ea typeface="Calibri" panose="020F0502020204030204" pitchFamily="34" charset="0"/>
                <a:cs typeface="Calibri" panose="020F0502020204030204" pitchFamily="34" charset="0"/>
              </a:rPr>
              <a:t>Online TA generates the highest revenue (around 6.1M).</a:t>
            </a:r>
          </a:p>
          <a:p>
            <a:r>
              <a:rPr lang="en-US" sz="2000" dirty="0">
                <a:latin typeface="Calibri" panose="020F0502020204030204" pitchFamily="34" charset="0"/>
                <a:ea typeface="Calibri" panose="020F0502020204030204" pitchFamily="34" charset="0"/>
                <a:cs typeface="Calibri" panose="020F0502020204030204" pitchFamily="34" charset="0"/>
              </a:rPr>
              <a:t>Direct bookings are the second highest revenue source.</a:t>
            </a:r>
          </a:p>
          <a:p>
            <a:r>
              <a:rPr lang="en-US" sz="2000" dirty="0">
                <a:latin typeface="Calibri" panose="020F0502020204030204" pitchFamily="34" charset="0"/>
                <a:ea typeface="Calibri" panose="020F0502020204030204" pitchFamily="34" charset="0"/>
                <a:cs typeface="Calibri" panose="020F0502020204030204" pitchFamily="34" charset="0"/>
              </a:rPr>
              <a:t>Online TA/TO also contributes a good amount but less than Direct.</a:t>
            </a:r>
          </a:p>
          <a:p>
            <a:r>
              <a:rPr lang="en-US" sz="2000" dirty="0">
                <a:latin typeface="Calibri" panose="020F0502020204030204" pitchFamily="34" charset="0"/>
                <a:ea typeface="Calibri" panose="020F0502020204030204" pitchFamily="34" charset="0"/>
                <a:cs typeface="Calibri" panose="020F0502020204030204" pitchFamily="34" charset="0"/>
              </a:rPr>
              <a:t>Groups and Corporate segments generate moderate revenue.</a:t>
            </a:r>
          </a:p>
          <a:p>
            <a:r>
              <a:rPr lang="en-US" sz="2000" dirty="0">
                <a:latin typeface="Calibri" panose="020F0502020204030204" pitchFamily="34" charset="0"/>
                <a:ea typeface="Calibri" panose="020F0502020204030204" pitchFamily="34" charset="0"/>
                <a:cs typeface="Calibri" panose="020F0502020204030204" pitchFamily="34" charset="0"/>
              </a:rPr>
              <a:t>Aviation and Complimentary bookings contribute very little revenue.</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41D9CA70-9A7F-4C57-4889-3FAF1DA4E4F2}"/>
              </a:ext>
            </a:extLst>
          </p:cNvPr>
          <p:cNvPicPr>
            <a:picLocks noChangeAspect="1"/>
          </p:cNvPicPr>
          <p:nvPr/>
        </p:nvPicPr>
        <p:blipFill>
          <a:blip r:embed="rId2"/>
          <a:stretch>
            <a:fillRect/>
          </a:stretch>
        </p:blipFill>
        <p:spPr>
          <a:xfrm>
            <a:off x="228599" y="1374951"/>
            <a:ext cx="4506687" cy="4797250"/>
          </a:xfrm>
          <a:prstGeom prst="rect">
            <a:avLst/>
          </a:prstGeom>
        </p:spPr>
      </p:pic>
    </p:spTree>
    <p:extLst>
      <p:ext uri="{BB962C8B-B14F-4D97-AF65-F5344CB8AC3E}">
        <p14:creationId xmlns:p14="http://schemas.microsoft.com/office/powerpoint/2010/main" val="4137798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1A9AA-205B-7043-8A6A-2A0252B83B83}"/>
              </a:ext>
            </a:extLst>
          </p:cNvPr>
          <p:cNvSpPr>
            <a:spLocks noGrp="1"/>
          </p:cNvSpPr>
          <p:nvPr>
            <p:ph type="title"/>
          </p:nvPr>
        </p:nvSpPr>
        <p:spPr>
          <a:xfrm>
            <a:off x="1759899" y="1273629"/>
            <a:ext cx="8911687" cy="1317171"/>
          </a:xfrm>
        </p:spPr>
        <p:txBody>
          <a:bodyPr/>
          <a:lstStyle/>
          <a:p>
            <a:pPr algn="ctr"/>
            <a:r>
              <a:rPr lang="en-US" b="1" dirty="0">
                <a:latin typeface="Calisto MT" panose="02040603050505030304" pitchFamily="18" charset="0"/>
              </a:rPr>
              <a:t>WEEKLY AND ANNUAL </a:t>
            </a:r>
            <a:br>
              <a:rPr lang="en-US" b="1" dirty="0">
                <a:latin typeface="Calisto MT" panose="02040603050505030304" pitchFamily="18" charset="0"/>
              </a:rPr>
            </a:br>
            <a:r>
              <a:rPr lang="en-US" b="1" dirty="0">
                <a:latin typeface="Calisto MT" panose="02040603050505030304" pitchFamily="18" charset="0"/>
              </a:rPr>
              <a:t>INSIGHTS</a:t>
            </a:r>
            <a:endParaRPr lang="en-IN" b="1" dirty="0">
              <a:latin typeface="Calisto MT" panose="02040603050505030304" pitchFamily="18" charset="0"/>
            </a:endParaRPr>
          </a:p>
        </p:txBody>
      </p:sp>
      <p:sp>
        <p:nvSpPr>
          <p:cNvPr id="3" name="Content Placeholder 2">
            <a:extLst>
              <a:ext uri="{FF2B5EF4-FFF2-40B4-BE49-F238E27FC236}">
                <a16:creationId xmlns:a16="http://schemas.microsoft.com/office/drawing/2014/main" id="{D9E4ABC7-B640-C08E-6E47-8C096F24EF13}"/>
              </a:ext>
            </a:extLst>
          </p:cNvPr>
          <p:cNvSpPr>
            <a:spLocks noGrp="1"/>
          </p:cNvSpPr>
          <p:nvPr>
            <p:ph idx="1"/>
          </p:nvPr>
        </p:nvSpPr>
        <p:spPr>
          <a:xfrm>
            <a:off x="4522218" y="3341915"/>
            <a:ext cx="3387045" cy="925286"/>
          </a:xfrm>
        </p:spPr>
        <p:txBody>
          <a:bodyPr>
            <a:normAutofit/>
          </a:bodyPr>
          <a:lstStyle/>
          <a:p>
            <a:pPr marL="0" indent="0">
              <a:buNone/>
            </a:pPr>
            <a:r>
              <a:rPr lang="en-US" sz="3600" b="1" dirty="0">
                <a:solidFill>
                  <a:schemeClr val="accent2">
                    <a:lumMod val="75000"/>
                  </a:schemeClr>
                </a:solidFill>
                <a:latin typeface="Calisto MT" panose="02040603050505030304" pitchFamily="18" charset="0"/>
              </a:rPr>
              <a:t>DASHBOARD</a:t>
            </a:r>
            <a:endParaRPr lang="en-IN" sz="3600" b="1" dirty="0">
              <a:solidFill>
                <a:schemeClr val="accent2">
                  <a:lumMod val="75000"/>
                </a:schemeClr>
              </a:solidFill>
              <a:latin typeface="Calisto MT" panose="02040603050505030304" pitchFamily="18" charset="0"/>
            </a:endParaRPr>
          </a:p>
        </p:txBody>
      </p:sp>
      <p:sp>
        <p:nvSpPr>
          <p:cNvPr id="4" name="TextBox 3">
            <a:extLst>
              <a:ext uri="{FF2B5EF4-FFF2-40B4-BE49-F238E27FC236}">
                <a16:creationId xmlns:a16="http://schemas.microsoft.com/office/drawing/2014/main" id="{82F988E4-B949-693F-9DAD-B2FC96242A39}"/>
              </a:ext>
            </a:extLst>
          </p:cNvPr>
          <p:cNvSpPr txBox="1"/>
          <p:nvPr/>
        </p:nvSpPr>
        <p:spPr>
          <a:xfrm>
            <a:off x="5954484" y="2052191"/>
            <a:ext cx="522514" cy="1077218"/>
          </a:xfrm>
          <a:prstGeom prst="rect">
            <a:avLst/>
          </a:prstGeom>
          <a:noFill/>
        </p:spPr>
        <p:txBody>
          <a:bodyPr wrap="square" rtlCol="0">
            <a:spAutoFit/>
          </a:bodyPr>
          <a:lstStyle/>
          <a:p>
            <a:r>
              <a:rPr lang="en-US" sz="3200" dirty="0"/>
              <a:t>                     +</a:t>
            </a:r>
            <a:endParaRPr lang="en-IN" sz="3200" dirty="0"/>
          </a:p>
        </p:txBody>
      </p:sp>
    </p:spTree>
    <p:extLst>
      <p:ext uri="{BB962C8B-B14F-4D97-AF65-F5344CB8AC3E}">
        <p14:creationId xmlns:p14="http://schemas.microsoft.com/office/powerpoint/2010/main" val="34724062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68558-F9EF-BDE0-CFD0-7EA9D9D5051F}"/>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66E15F7A-C765-EB1D-87B0-3ED194995019}"/>
              </a:ext>
            </a:extLst>
          </p:cNvPr>
          <p:cNvPicPr>
            <a:picLocks noGrp="1" noChangeAspect="1"/>
          </p:cNvPicPr>
          <p:nvPr>
            <p:ph idx="1"/>
          </p:nvPr>
        </p:nvPicPr>
        <p:blipFill>
          <a:blip r:embed="rId2"/>
          <a:stretch>
            <a:fillRect/>
          </a:stretch>
        </p:blipFill>
        <p:spPr>
          <a:xfrm>
            <a:off x="0" y="0"/>
            <a:ext cx="12191999" cy="6858000"/>
          </a:xfrm>
        </p:spPr>
      </p:pic>
    </p:spTree>
    <p:extLst>
      <p:ext uri="{BB962C8B-B14F-4D97-AF65-F5344CB8AC3E}">
        <p14:creationId xmlns:p14="http://schemas.microsoft.com/office/powerpoint/2010/main" val="1835539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E0CA1-7EEF-5B2B-051D-E11E5A423D53}"/>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B188BFF9-3D2E-4EE3-AA6B-123910407E52}"/>
              </a:ext>
            </a:extLst>
          </p:cNvPr>
          <p:cNvPicPr>
            <a:picLocks noGrp="1" noChangeAspect="1"/>
          </p:cNvPicPr>
          <p:nvPr>
            <p:ph idx="1"/>
          </p:nvPr>
        </p:nvPicPr>
        <p:blipFill>
          <a:blip r:embed="rId2"/>
          <a:stretch>
            <a:fillRect/>
          </a:stretch>
        </p:blipFill>
        <p:spPr>
          <a:xfrm>
            <a:off x="0" y="0"/>
            <a:ext cx="12192000" cy="6858000"/>
          </a:xfrm>
        </p:spPr>
      </p:pic>
    </p:spTree>
    <p:extLst>
      <p:ext uri="{BB962C8B-B14F-4D97-AF65-F5344CB8AC3E}">
        <p14:creationId xmlns:p14="http://schemas.microsoft.com/office/powerpoint/2010/main" val="12076454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D52AF-F61E-24C1-16D3-A15B5423D6C5}"/>
              </a:ext>
            </a:extLst>
          </p:cNvPr>
          <p:cNvSpPr>
            <a:spLocks noGrp="1"/>
          </p:cNvSpPr>
          <p:nvPr>
            <p:ph type="title"/>
          </p:nvPr>
        </p:nvSpPr>
        <p:spPr>
          <a:xfrm>
            <a:off x="2168382" y="547910"/>
            <a:ext cx="8911687" cy="1280890"/>
          </a:xfrm>
        </p:spPr>
        <p:txBody>
          <a:bodyPr>
            <a:normAutofit/>
          </a:bodyPr>
          <a:lstStyle/>
          <a:p>
            <a:r>
              <a:rPr lang="en-US" sz="4400" dirty="0"/>
              <a:t>Conclusion</a:t>
            </a:r>
            <a:endParaRPr lang="en-IN" sz="4400" dirty="0"/>
          </a:p>
        </p:txBody>
      </p:sp>
      <p:sp>
        <p:nvSpPr>
          <p:cNvPr id="3" name="Content Placeholder 2">
            <a:extLst>
              <a:ext uri="{FF2B5EF4-FFF2-40B4-BE49-F238E27FC236}">
                <a16:creationId xmlns:a16="http://schemas.microsoft.com/office/drawing/2014/main" id="{DEB1A1B2-5B05-11CE-F41E-15147F603B8C}"/>
              </a:ext>
            </a:extLst>
          </p:cNvPr>
          <p:cNvSpPr>
            <a:spLocks noGrp="1"/>
          </p:cNvSpPr>
          <p:nvPr>
            <p:ph idx="1"/>
          </p:nvPr>
        </p:nvSpPr>
        <p:spPr>
          <a:xfrm>
            <a:off x="1540329" y="1709056"/>
            <a:ext cx="8915400" cy="4143833"/>
          </a:xfrm>
        </p:spPr>
        <p:txBody>
          <a:bodyPr>
            <a:normAutofit/>
          </a:bodyPr>
          <a:lstStyle/>
          <a:p>
            <a:pPr marL="457200" lvl="1" indent="0">
              <a:buNone/>
            </a:pPr>
            <a:r>
              <a:rPr lang="en-US" sz="2000" dirty="0">
                <a:latin typeface="Calibri" panose="020F0502020204030204" pitchFamily="34" charset="0"/>
                <a:ea typeface="Calibri" panose="020F0502020204030204" pitchFamily="34" charset="0"/>
                <a:cs typeface="Calibri" panose="020F0502020204030204" pitchFamily="34" charset="0"/>
              </a:rPr>
              <a:t>In this project, we found that City Hotels are more popular and had the highest bookings and revenue in 2016. Most guests do not need car parking, so spending more on parking is not necessary. July and August have the highest bookings, mainly because of holidays and more travel.</a:t>
            </a:r>
          </a:p>
          <a:p>
            <a:pPr marL="457200" lvl="1" indent="0">
              <a:buNone/>
            </a:pPr>
            <a:r>
              <a:rPr lang="en-US" sz="2000" dirty="0">
                <a:latin typeface="Calibri" panose="020F0502020204030204" pitchFamily="34" charset="0"/>
                <a:ea typeface="Calibri" panose="020F0502020204030204" pitchFamily="34" charset="0"/>
                <a:cs typeface="Calibri" panose="020F0502020204030204" pitchFamily="34" charset="0"/>
              </a:rPr>
              <a:t>Most bookings are made through agents, and many guests come from Portugal, the UK, France, and Spain. Room types A and D are the most preferred, and many guests return to the same hotel. Guests mostly choose the BB (Bed &amp; Breakfast) meal plan.</a:t>
            </a:r>
          </a:p>
          <a:p>
            <a:pPr marL="457200" lvl="1" indent="0">
              <a:buNone/>
            </a:pPr>
            <a:r>
              <a:rPr lang="en-US" sz="2000" dirty="0">
                <a:latin typeface="Calibri" panose="020F0502020204030204" pitchFamily="34" charset="0"/>
                <a:ea typeface="Calibri" panose="020F0502020204030204" pitchFamily="34" charset="0"/>
                <a:cs typeface="Calibri" panose="020F0502020204030204" pitchFamily="34" charset="0"/>
              </a:rPr>
              <a:t>As the number of guests increases, the ADR also increases, which shows that higher occupancy leads to higher revenue and better business growth.</a:t>
            </a: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887987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0E84C5-3EEF-2B6B-4F82-8987EF4D8E0E}"/>
              </a:ext>
            </a:extLst>
          </p:cNvPr>
          <p:cNvSpPr>
            <a:spLocks noGrp="1"/>
          </p:cNvSpPr>
          <p:nvPr>
            <p:ph idx="4294967295"/>
          </p:nvPr>
        </p:nvSpPr>
        <p:spPr>
          <a:xfrm>
            <a:off x="2383971" y="2514600"/>
            <a:ext cx="7424057" cy="1828800"/>
          </a:xfrm>
        </p:spPr>
        <p:txBody>
          <a:bodyPr>
            <a:normAutofit/>
          </a:bodyPr>
          <a:lstStyle/>
          <a:p>
            <a:pPr marL="0" indent="0">
              <a:buNone/>
            </a:pPr>
            <a:r>
              <a:rPr lang="en-US" sz="9600" b="1" dirty="0">
                <a:solidFill>
                  <a:srgbClr val="FF0000"/>
                </a:solidFill>
              </a:rPr>
              <a:t>THANK YOU</a:t>
            </a:r>
            <a:endParaRPr lang="en-IN" sz="9600" b="1" dirty="0">
              <a:solidFill>
                <a:srgbClr val="FF0000"/>
              </a:solidFill>
            </a:endParaRPr>
          </a:p>
        </p:txBody>
      </p:sp>
    </p:spTree>
    <p:extLst>
      <p:ext uri="{BB962C8B-B14F-4D97-AF65-F5344CB8AC3E}">
        <p14:creationId xmlns:p14="http://schemas.microsoft.com/office/powerpoint/2010/main" val="4220030137"/>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Wisp</Template>
  <TotalTime>767</TotalTime>
  <Words>1890</Words>
  <Application>Microsoft Office PowerPoint</Application>
  <PresentationFormat>Widescreen</PresentationFormat>
  <Paragraphs>167</Paragraphs>
  <Slides>29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Aptos</vt:lpstr>
      <vt:lpstr>Arial</vt:lpstr>
      <vt:lpstr>Calibri</vt:lpstr>
      <vt:lpstr>Calisto MT</vt:lpstr>
      <vt:lpstr>Century Gothic</vt:lpstr>
      <vt:lpstr>Wingdings 3</vt:lpstr>
      <vt:lpstr>Wisp</vt:lpstr>
      <vt:lpstr>PowerPoint Presentation</vt:lpstr>
      <vt:lpstr>TABLE OF CONTENTS</vt:lpstr>
      <vt:lpstr>   Project overview </vt:lpstr>
      <vt:lpstr> Problem Statement</vt:lpstr>
      <vt:lpstr>Columns </vt:lpstr>
      <vt:lpstr>Data Cleaning</vt:lpstr>
      <vt:lpstr>Data Cleaning </vt:lpstr>
      <vt:lpstr>Data Cleaning</vt:lpstr>
      <vt:lpstr>Variable Description</vt:lpstr>
      <vt:lpstr>Variable Description</vt:lpstr>
      <vt:lpstr>Variable Description</vt:lpstr>
      <vt:lpstr>DATA VISUALIZATION AND ANALYSIS   </vt:lpstr>
      <vt:lpstr>Hotel Booking Pattern over time</vt:lpstr>
      <vt:lpstr>Lead Time Contribution by Hotel Type</vt:lpstr>
      <vt:lpstr>Guest from most visited country</vt:lpstr>
      <vt:lpstr> Preferred meal type</vt:lpstr>
      <vt:lpstr>Revenue analysis</vt:lpstr>
      <vt:lpstr>Satisfaction status analysis</vt:lpstr>
      <vt:lpstr>Most preferred market segment</vt:lpstr>
      <vt:lpstr>Average Stay Duration by Hotel</vt:lpstr>
      <vt:lpstr>             Deposit Type Analysis</vt:lpstr>
      <vt:lpstr>Average Daily Rate (ADR) by hotel type</vt:lpstr>
      <vt:lpstr>                      KPIs</vt:lpstr>
      <vt:lpstr>        Revenue by Market Segment</vt:lpstr>
      <vt:lpstr>WEEKLY AND ANNUAL  INSIGHTS</vt:lpstr>
      <vt:lpstr>PowerPoint Presentation</vt:lpstr>
      <vt:lpstr>PowerPoint Presentation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sagar nilange</dc:creator>
  <cp:lastModifiedBy>sagar nilange</cp:lastModifiedBy>
  <cp:revision>3</cp:revision>
  <dcterms:created xsi:type="dcterms:W3CDTF">2026-01-30T20:26:13Z</dcterms:created>
  <dcterms:modified xsi:type="dcterms:W3CDTF">2026-02-11T05:46:50Z</dcterms:modified>
</cp:coreProperties>
</file>